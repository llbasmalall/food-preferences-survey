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6"/>
  </p:notesMasterIdLst>
  <p:sldIdLst>
    <p:sldId id="256" r:id="rId2"/>
    <p:sldId id="258" r:id="rId3"/>
    <p:sldId id="310" r:id="rId4"/>
    <p:sldId id="264" r:id="rId5"/>
    <p:sldId id="314" r:id="rId6"/>
    <p:sldId id="315" r:id="rId7"/>
    <p:sldId id="316" r:id="rId8"/>
    <p:sldId id="317" r:id="rId9"/>
    <p:sldId id="318" r:id="rId10"/>
    <p:sldId id="319" r:id="rId11"/>
    <p:sldId id="321" r:id="rId12"/>
    <p:sldId id="278" r:id="rId13"/>
    <p:sldId id="325" r:id="rId14"/>
    <p:sldId id="328" r:id="rId15"/>
    <p:sldId id="329" r:id="rId16"/>
    <p:sldId id="324" r:id="rId17"/>
    <p:sldId id="327" r:id="rId18"/>
    <p:sldId id="266" r:id="rId19"/>
    <p:sldId id="330" r:id="rId20"/>
    <p:sldId id="331" r:id="rId21"/>
    <p:sldId id="332" r:id="rId22"/>
    <p:sldId id="333" r:id="rId23"/>
    <p:sldId id="265" r:id="rId24"/>
    <p:sldId id="335" r:id="rId25"/>
    <p:sldId id="334" r:id="rId26"/>
    <p:sldId id="338" r:id="rId27"/>
    <p:sldId id="339" r:id="rId28"/>
    <p:sldId id="340" r:id="rId29"/>
    <p:sldId id="345" r:id="rId30"/>
    <p:sldId id="341" r:id="rId31"/>
    <p:sldId id="342" r:id="rId32"/>
    <p:sldId id="343" r:id="rId33"/>
    <p:sldId id="344" r:id="rId34"/>
    <p:sldId id="337" r:id="rId35"/>
  </p:sldIdLst>
  <p:sldSz cx="9144000" cy="5143500" type="screen16x9"/>
  <p:notesSz cx="6858000" cy="9144000"/>
  <p:embeddedFontLst>
    <p:embeddedFont>
      <p:font typeface="Actor" panose="020B0604020202020204" charset="-78"/>
      <p:regular r:id="rId37"/>
    </p:embeddedFont>
    <p:embeddedFont>
      <p:font typeface="Anton" pitchFamily="2" charset="0"/>
      <p:regular r:id="rId38"/>
    </p:embeddedFont>
    <p:embeddedFont>
      <p:font typeface="Fira Sans" panose="020B0503050000020004" pitchFamily="34" charset="0"/>
      <p:regular r:id="rId39"/>
      <p:bold r:id="rId40"/>
      <p:italic r:id="rId41"/>
      <p:boldItalic r:id="rId42"/>
    </p:embeddedFont>
    <p:embeddedFont>
      <p:font typeface="Lato" panose="020F0502020204030203" pitchFamily="34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F5D31D-A3D3-4738-B0EA-51EF835D96DD}">
  <a:tblStyle styleId="{B4F5D31D-A3D3-4738-B0EA-51EF835D96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2" autoAdjust="0"/>
    <p:restoredTop sz="92015" autoAdjust="0"/>
  </p:normalViewPr>
  <p:slideViewPr>
    <p:cSldViewPr snapToGrid="0">
      <p:cViewPr varScale="1">
        <p:scale>
          <a:sx n="138" d="100"/>
          <a:sy n="138" d="100"/>
        </p:scale>
        <p:origin x="90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a1242414e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a1242414e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a1242414e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a1242414e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78259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a1242414e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a1242414e1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897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0151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80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646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389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965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a1242414e1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a1242414e1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006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8b385fd27f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8b385fd27f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8b385fd27f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8b385fd27f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5142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8b385fd27f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8b385fd27f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4663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8b385fd27f_2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8b385fd27f_2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5111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1723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97767bb796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97767bb796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97767bb796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97767bb796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5696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78351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18578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05618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7328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64979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46537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98126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ga1242414e1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9" name="Google Shape;1369;ga1242414e1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66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5356150" y="150"/>
            <a:ext cx="3787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100" y="1079092"/>
            <a:ext cx="4982700" cy="26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100" y="3683700"/>
            <a:ext cx="4982700" cy="3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460625" y="360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721650" y="47319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-2417472">
            <a:off x="4291075" y="4427863"/>
            <a:ext cx="307888" cy="351140"/>
            <a:chOff x="3680075" y="4212600"/>
            <a:chExt cx="307875" cy="351125"/>
          </a:xfrm>
        </p:grpSpPr>
        <p:sp>
          <p:nvSpPr>
            <p:cNvPr id="15" name="Google Shape;15;p2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735229">
            <a:off x="872473" y="4427897"/>
            <a:ext cx="186977" cy="351053"/>
            <a:chOff x="4730050" y="4212675"/>
            <a:chExt cx="186975" cy="351050"/>
          </a:xfrm>
        </p:grpSpPr>
        <p:sp>
          <p:nvSpPr>
            <p:cNvPr id="24" name="Google Shape;24;p2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1"/>
          </p:nvPr>
        </p:nvSpPr>
        <p:spPr>
          <a:xfrm>
            <a:off x="4572002" y="3454915"/>
            <a:ext cx="29649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2"/>
          </p:nvPr>
        </p:nvSpPr>
        <p:spPr>
          <a:xfrm>
            <a:off x="4572002" y="2143333"/>
            <a:ext cx="29649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3"/>
          </p:nvPr>
        </p:nvSpPr>
        <p:spPr>
          <a:xfrm>
            <a:off x="4572000" y="3130207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4"/>
          </p:nvPr>
        </p:nvSpPr>
        <p:spPr>
          <a:xfrm>
            <a:off x="4572000" y="1818625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>
            <a:spLocks noGrp="1"/>
          </p:cNvSpPr>
          <p:nvPr>
            <p:ph type="pic" idx="5"/>
          </p:nvPr>
        </p:nvSpPr>
        <p:spPr>
          <a:xfrm flipH="1">
            <a:off x="-25" y="730800"/>
            <a:ext cx="3895800" cy="441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720010" y="539414"/>
            <a:ext cx="77040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1" name="Google Shape;81;p7"/>
          <p:cNvSpPr txBox="1">
            <a:spLocks noGrp="1"/>
          </p:cNvSpPr>
          <p:nvPr>
            <p:ph type="subTitle" idx="1"/>
          </p:nvPr>
        </p:nvSpPr>
        <p:spPr>
          <a:xfrm>
            <a:off x="720000" y="1749325"/>
            <a:ext cx="4345800" cy="20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455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9pPr>
          </a:lstStyle>
          <a:p>
            <a:endParaRPr/>
          </a:p>
        </p:txBody>
      </p:sp>
      <p:sp>
        <p:nvSpPr>
          <p:cNvPr id="82" name="Google Shape;82;p7"/>
          <p:cNvSpPr>
            <a:spLocks noGrp="1"/>
          </p:cNvSpPr>
          <p:nvPr>
            <p:ph type="pic" idx="2"/>
          </p:nvPr>
        </p:nvSpPr>
        <p:spPr>
          <a:xfrm flipH="1">
            <a:off x="6031800" y="529475"/>
            <a:ext cx="3112200" cy="4614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"/>
          <p:cNvSpPr/>
          <p:nvPr/>
        </p:nvSpPr>
        <p:spPr>
          <a:xfrm flipH="1">
            <a:off x="383188" y="39519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"/>
          <p:cNvSpPr/>
          <p:nvPr/>
        </p:nvSpPr>
        <p:spPr>
          <a:xfrm flipH="1">
            <a:off x="254625" y="46676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"/>
          <p:cNvSpPr/>
          <p:nvPr/>
        </p:nvSpPr>
        <p:spPr>
          <a:xfrm flipH="1">
            <a:off x="1073300" y="46676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573713" y="4362250"/>
            <a:ext cx="360500" cy="351175"/>
            <a:chOff x="5143750" y="2922075"/>
            <a:chExt cx="360500" cy="351175"/>
          </a:xfrm>
        </p:grpSpPr>
        <p:sp>
          <p:nvSpPr>
            <p:cNvPr id="87" name="Google Shape;87;p7"/>
            <p:cNvSpPr/>
            <p:nvPr/>
          </p:nvSpPr>
          <p:spPr>
            <a:xfrm>
              <a:off x="5159550" y="2938700"/>
              <a:ext cx="328800" cy="318000"/>
            </a:xfrm>
            <a:custGeom>
              <a:avLst/>
              <a:gdLst/>
              <a:ahLst/>
              <a:cxnLst/>
              <a:rect l="l" t="t" r="r" b="b"/>
              <a:pathLst>
                <a:path w="13152" h="12720" extrusionOk="0">
                  <a:moveTo>
                    <a:pt x="9641" y="1994"/>
                  </a:moveTo>
                  <a:cubicBezTo>
                    <a:pt x="9819" y="1994"/>
                    <a:pt x="9980" y="2103"/>
                    <a:pt x="10046" y="2289"/>
                  </a:cubicBezTo>
                  <a:lnTo>
                    <a:pt x="10487" y="3604"/>
                  </a:lnTo>
                  <a:cubicBezTo>
                    <a:pt x="10569" y="3865"/>
                    <a:pt x="10374" y="4142"/>
                    <a:pt x="10081" y="4142"/>
                  </a:cubicBezTo>
                  <a:cubicBezTo>
                    <a:pt x="9918" y="4142"/>
                    <a:pt x="9754" y="4025"/>
                    <a:pt x="9691" y="3865"/>
                  </a:cubicBezTo>
                  <a:lnTo>
                    <a:pt x="9250" y="2547"/>
                  </a:lnTo>
                  <a:cubicBezTo>
                    <a:pt x="9184" y="2321"/>
                    <a:pt x="9301" y="2094"/>
                    <a:pt x="9512" y="2012"/>
                  </a:cubicBezTo>
                  <a:cubicBezTo>
                    <a:pt x="9555" y="2000"/>
                    <a:pt x="9598" y="1994"/>
                    <a:pt x="9641" y="1994"/>
                  </a:cubicBezTo>
                  <a:close/>
                  <a:moveTo>
                    <a:pt x="8545" y="3098"/>
                  </a:moveTo>
                  <a:cubicBezTo>
                    <a:pt x="8719" y="3098"/>
                    <a:pt x="8888" y="3207"/>
                    <a:pt x="8942" y="3378"/>
                  </a:cubicBezTo>
                  <a:lnTo>
                    <a:pt x="9379" y="4692"/>
                  </a:lnTo>
                  <a:cubicBezTo>
                    <a:pt x="9461" y="4954"/>
                    <a:pt x="9266" y="5231"/>
                    <a:pt x="8989" y="5231"/>
                  </a:cubicBezTo>
                  <a:cubicBezTo>
                    <a:pt x="8813" y="5231"/>
                    <a:pt x="8665" y="5133"/>
                    <a:pt x="8599" y="4954"/>
                  </a:cubicBezTo>
                  <a:lnTo>
                    <a:pt x="8162" y="3635"/>
                  </a:lnTo>
                  <a:cubicBezTo>
                    <a:pt x="8096" y="3425"/>
                    <a:pt x="8209" y="3183"/>
                    <a:pt x="8423" y="3116"/>
                  </a:cubicBezTo>
                  <a:cubicBezTo>
                    <a:pt x="8463" y="3104"/>
                    <a:pt x="8504" y="3098"/>
                    <a:pt x="8545" y="3098"/>
                  </a:cubicBezTo>
                  <a:close/>
                  <a:moveTo>
                    <a:pt x="7450" y="4188"/>
                  </a:moveTo>
                  <a:cubicBezTo>
                    <a:pt x="7624" y="4188"/>
                    <a:pt x="7787" y="4297"/>
                    <a:pt x="7854" y="4482"/>
                  </a:cubicBezTo>
                  <a:lnTo>
                    <a:pt x="8291" y="5781"/>
                  </a:lnTo>
                  <a:cubicBezTo>
                    <a:pt x="8373" y="6058"/>
                    <a:pt x="8178" y="6335"/>
                    <a:pt x="7901" y="6335"/>
                  </a:cubicBezTo>
                  <a:cubicBezTo>
                    <a:pt x="7721" y="6335"/>
                    <a:pt x="7561" y="6222"/>
                    <a:pt x="7495" y="6058"/>
                  </a:cubicBezTo>
                  <a:lnTo>
                    <a:pt x="7058" y="4743"/>
                  </a:lnTo>
                  <a:cubicBezTo>
                    <a:pt x="6992" y="4513"/>
                    <a:pt x="7105" y="4287"/>
                    <a:pt x="7331" y="4205"/>
                  </a:cubicBezTo>
                  <a:cubicBezTo>
                    <a:pt x="7370" y="4193"/>
                    <a:pt x="7410" y="4188"/>
                    <a:pt x="7450" y="4188"/>
                  </a:cubicBezTo>
                  <a:close/>
                  <a:moveTo>
                    <a:pt x="6352" y="5294"/>
                  </a:moveTo>
                  <a:cubicBezTo>
                    <a:pt x="6526" y="5294"/>
                    <a:pt x="6696" y="5400"/>
                    <a:pt x="6746" y="5570"/>
                  </a:cubicBezTo>
                  <a:lnTo>
                    <a:pt x="7187" y="6889"/>
                  </a:lnTo>
                  <a:cubicBezTo>
                    <a:pt x="7269" y="7146"/>
                    <a:pt x="7074" y="7423"/>
                    <a:pt x="6797" y="7423"/>
                  </a:cubicBezTo>
                  <a:cubicBezTo>
                    <a:pt x="6617" y="7423"/>
                    <a:pt x="6473" y="7326"/>
                    <a:pt x="6406" y="7146"/>
                  </a:cubicBezTo>
                  <a:lnTo>
                    <a:pt x="5966" y="5832"/>
                  </a:lnTo>
                  <a:cubicBezTo>
                    <a:pt x="5903" y="5621"/>
                    <a:pt x="6016" y="5375"/>
                    <a:pt x="6227" y="5313"/>
                  </a:cubicBezTo>
                  <a:cubicBezTo>
                    <a:pt x="6268" y="5300"/>
                    <a:pt x="6310" y="5294"/>
                    <a:pt x="6352" y="5294"/>
                  </a:cubicBezTo>
                  <a:close/>
                  <a:moveTo>
                    <a:pt x="5261" y="6382"/>
                  </a:moveTo>
                  <a:cubicBezTo>
                    <a:pt x="5431" y="6382"/>
                    <a:pt x="5591" y="6489"/>
                    <a:pt x="5657" y="6659"/>
                  </a:cubicBezTo>
                  <a:lnTo>
                    <a:pt x="6098" y="7977"/>
                  </a:lnTo>
                  <a:cubicBezTo>
                    <a:pt x="6180" y="8254"/>
                    <a:pt x="5985" y="8531"/>
                    <a:pt x="5708" y="8531"/>
                  </a:cubicBezTo>
                  <a:cubicBezTo>
                    <a:pt x="5529" y="8531"/>
                    <a:pt x="5365" y="8414"/>
                    <a:pt x="5318" y="8239"/>
                  </a:cubicBezTo>
                  <a:lnTo>
                    <a:pt x="4877" y="6920"/>
                  </a:lnTo>
                  <a:cubicBezTo>
                    <a:pt x="4795" y="6709"/>
                    <a:pt x="4912" y="6483"/>
                    <a:pt x="5139" y="6401"/>
                  </a:cubicBezTo>
                  <a:cubicBezTo>
                    <a:pt x="5179" y="6388"/>
                    <a:pt x="5221" y="6382"/>
                    <a:pt x="5261" y="6382"/>
                  </a:cubicBezTo>
                  <a:close/>
                  <a:moveTo>
                    <a:pt x="4156" y="7487"/>
                  </a:moveTo>
                  <a:cubicBezTo>
                    <a:pt x="4331" y="7487"/>
                    <a:pt x="4500" y="7596"/>
                    <a:pt x="4553" y="7767"/>
                  </a:cubicBezTo>
                  <a:lnTo>
                    <a:pt x="4990" y="9081"/>
                  </a:lnTo>
                  <a:cubicBezTo>
                    <a:pt x="5072" y="9343"/>
                    <a:pt x="4877" y="9620"/>
                    <a:pt x="4600" y="9620"/>
                  </a:cubicBezTo>
                  <a:cubicBezTo>
                    <a:pt x="4425" y="9620"/>
                    <a:pt x="4276" y="9522"/>
                    <a:pt x="4210" y="9343"/>
                  </a:cubicBezTo>
                  <a:lnTo>
                    <a:pt x="3773" y="8024"/>
                  </a:lnTo>
                  <a:cubicBezTo>
                    <a:pt x="3707" y="7813"/>
                    <a:pt x="3820" y="7571"/>
                    <a:pt x="4035" y="7505"/>
                  </a:cubicBezTo>
                  <a:cubicBezTo>
                    <a:pt x="4075" y="7493"/>
                    <a:pt x="4116" y="7487"/>
                    <a:pt x="4156" y="7487"/>
                  </a:cubicBezTo>
                  <a:close/>
                  <a:moveTo>
                    <a:pt x="3062" y="8576"/>
                  </a:moveTo>
                  <a:cubicBezTo>
                    <a:pt x="3236" y="8576"/>
                    <a:pt x="3398" y="8683"/>
                    <a:pt x="3465" y="8855"/>
                  </a:cubicBezTo>
                  <a:lnTo>
                    <a:pt x="3902" y="10170"/>
                  </a:lnTo>
                  <a:cubicBezTo>
                    <a:pt x="3968" y="10400"/>
                    <a:pt x="3855" y="10626"/>
                    <a:pt x="3644" y="10692"/>
                  </a:cubicBezTo>
                  <a:cubicBezTo>
                    <a:pt x="3595" y="10710"/>
                    <a:pt x="3545" y="10719"/>
                    <a:pt x="3497" y="10719"/>
                  </a:cubicBezTo>
                  <a:cubicBezTo>
                    <a:pt x="3324" y="10719"/>
                    <a:pt x="3174" y="10608"/>
                    <a:pt x="3122" y="10431"/>
                  </a:cubicBezTo>
                  <a:lnTo>
                    <a:pt x="2685" y="9116"/>
                  </a:lnTo>
                  <a:cubicBezTo>
                    <a:pt x="2603" y="8902"/>
                    <a:pt x="2716" y="8675"/>
                    <a:pt x="2942" y="8594"/>
                  </a:cubicBezTo>
                  <a:cubicBezTo>
                    <a:pt x="2982" y="8582"/>
                    <a:pt x="3022" y="8576"/>
                    <a:pt x="3062" y="8576"/>
                  </a:cubicBezTo>
                  <a:close/>
                  <a:moveTo>
                    <a:pt x="10746" y="0"/>
                  </a:moveTo>
                  <a:cubicBezTo>
                    <a:pt x="10186" y="0"/>
                    <a:pt x="9625" y="216"/>
                    <a:pt x="9204" y="647"/>
                  </a:cubicBezTo>
                  <a:lnTo>
                    <a:pt x="863" y="8984"/>
                  </a:lnTo>
                  <a:cubicBezTo>
                    <a:pt x="1" y="9830"/>
                    <a:pt x="1" y="11227"/>
                    <a:pt x="863" y="12073"/>
                  </a:cubicBezTo>
                  <a:cubicBezTo>
                    <a:pt x="1286" y="12504"/>
                    <a:pt x="1847" y="12720"/>
                    <a:pt x="2408" y="12720"/>
                  </a:cubicBezTo>
                  <a:cubicBezTo>
                    <a:pt x="2969" y="12720"/>
                    <a:pt x="3529" y="12504"/>
                    <a:pt x="3953" y="12073"/>
                  </a:cubicBezTo>
                  <a:lnTo>
                    <a:pt x="12289" y="3733"/>
                  </a:lnTo>
                  <a:cubicBezTo>
                    <a:pt x="13152" y="2890"/>
                    <a:pt x="13152" y="1490"/>
                    <a:pt x="12289" y="647"/>
                  </a:cubicBezTo>
                  <a:cubicBezTo>
                    <a:pt x="11868" y="216"/>
                    <a:pt x="11307" y="0"/>
                    <a:pt x="10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5143750" y="2922075"/>
              <a:ext cx="248725" cy="244050"/>
            </a:xfrm>
            <a:custGeom>
              <a:avLst/>
              <a:gdLst/>
              <a:ahLst/>
              <a:cxnLst/>
              <a:rect l="l" t="t" r="r" b="b"/>
              <a:pathLst>
                <a:path w="9949" h="9762" extrusionOk="0">
                  <a:moveTo>
                    <a:pt x="8936" y="1"/>
                  </a:moveTo>
                  <a:cubicBezTo>
                    <a:pt x="8278" y="1"/>
                    <a:pt x="7616" y="247"/>
                    <a:pt x="7105" y="758"/>
                  </a:cubicBezTo>
                  <a:lnTo>
                    <a:pt x="941" y="6918"/>
                  </a:lnTo>
                  <a:cubicBezTo>
                    <a:pt x="180" y="7682"/>
                    <a:pt x="1" y="8822"/>
                    <a:pt x="391" y="9762"/>
                  </a:cubicBezTo>
                  <a:cubicBezTo>
                    <a:pt x="520" y="9504"/>
                    <a:pt x="699" y="9274"/>
                    <a:pt x="910" y="9063"/>
                  </a:cubicBezTo>
                  <a:lnTo>
                    <a:pt x="9250" y="727"/>
                  </a:lnTo>
                  <a:cubicBezTo>
                    <a:pt x="9461" y="516"/>
                    <a:pt x="9687" y="337"/>
                    <a:pt x="9949" y="204"/>
                  </a:cubicBezTo>
                  <a:cubicBezTo>
                    <a:pt x="9628" y="69"/>
                    <a:pt x="9283" y="1"/>
                    <a:pt x="8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5255525" y="3029175"/>
              <a:ext cx="248725" cy="244075"/>
            </a:xfrm>
            <a:custGeom>
              <a:avLst/>
              <a:gdLst/>
              <a:ahLst/>
              <a:cxnLst/>
              <a:rect l="l" t="t" r="r" b="b"/>
              <a:pathLst>
                <a:path w="9949" h="9763" extrusionOk="0">
                  <a:moveTo>
                    <a:pt x="9558" y="1"/>
                  </a:moveTo>
                  <a:cubicBezTo>
                    <a:pt x="9426" y="262"/>
                    <a:pt x="9246" y="488"/>
                    <a:pt x="9036" y="699"/>
                  </a:cubicBezTo>
                  <a:lnTo>
                    <a:pt x="699" y="9040"/>
                  </a:lnTo>
                  <a:cubicBezTo>
                    <a:pt x="488" y="9250"/>
                    <a:pt x="258" y="9430"/>
                    <a:pt x="1" y="9558"/>
                  </a:cubicBezTo>
                  <a:cubicBezTo>
                    <a:pt x="321" y="9694"/>
                    <a:pt x="668" y="9763"/>
                    <a:pt x="1016" y="9763"/>
                  </a:cubicBezTo>
                  <a:cubicBezTo>
                    <a:pt x="1672" y="9763"/>
                    <a:pt x="2335" y="9518"/>
                    <a:pt x="2844" y="9008"/>
                  </a:cubicBezTo>
                  <a:lnTo>
                    <a:pt x="9004" y="2845"/>
                  </a:lnTo>
                  <a:cubicBezTo>
                    <a:pt x="9769" y="2084"/>
                    <a:pt x="9948" y="945"/>
                    <a:pt x="9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7"/>
          <p:cNvSpPr/>
          <p:nvPr/>
        </p:nvSpPr>
        <p:spPr>
          <a:xfrm flipH="1">
            <a:off x="623138" y="2757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7"/>
          <p:cNvSpPr/>
          <p:nvPr/>
        </p:nvSpPr>
        <p:spPr>
          <a:xfrm flipH="1">
            <a:off x="254625" y="62749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017888" y="2278465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2" hasCustomPrompt="1"/>
          </p:nvPr>
        </p:nvSpPr>
        <p:spPr>
          <a:xfrm>
            <a:off x="1717957" y="139947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3"/>
          </p:nvPr>
        </p:nvSpPr>
        <p:spPr>
          <a:xfrm>
            <a:off x="3496455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title" idx="4" hasCustomPrompt="1"/>
          </p:nvPr>
        </p:nvSpPr>
        <p:spPr>
          <a:xfrm>
            <a:off x="4196586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5"/>
          </p:nvPr>
        </p:nvSpPr>
        <p:spPr>
          <a:xfrm>
            <a:off x="1017888" y="38635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title" idx="6" hasCustomPrompt="1"/>
          </p:nvPr>
        </p:nvSpPr>
        <p:spPr>
          <a:xfrm>
            <a:off x="1717949" y="298455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7"/>
          </p:nvPr>
        </p:nvSpPr>
        <p:spPr>
          <a:xfrm>
            <a:off x="3496444" y="386357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8" hasCustomPrompt="1"/>
          </p:nvPr>
        </p:nvSpPr>
        <p:spPr>
          <a:xfrm>
            <a:off x="4196586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9"/>
          </p:nvPr>
        </p:nvSpPr>
        <p:spPr>
          <a:xfrm>
            <a:off x="1017900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3"/>
          </p:nvPr>
        </p:nvSpPr>
        <p:spPr>
          <a:xfrm>
            <a:off x="3496502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3"/>
          <p:cNvSpPr txBox="1">
            <a:spLocks noGrp="1"/>
          </p:cNvSpPr>
          <p:nvPr>
            <p:ph type="subTitle" idx="14"/>
          </p:nvPr>
        </p:nvSpPr>
        <p:spPr>
          <a:xfrm>
            <a:off x="1018025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15"/>
          </p:nvPr>
        </p:nvSpPr>
        <p:spPr>
          <a:xfrm>
            <a:off x="3496627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16"/>
          </p:nvPr>
        </p:nvSpPr>
        <p:spPr>
          <a:xfrm>
            <a:off x="5975023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title" idx="17" hasCustomPrompt="1"/>
          </p:nvPr>
        </p:nvSpPr>
        <p:spPr>
          <a:xfrm>
            <a:off x="6675048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0" name="Google Shape;200;p13"/>
          <p:cNvSpPr txBox="1">
            <a:spLocks noGrp="1"/>
          </p:cNvSpPr>
          <p:nvPr>
            <p:ph type="subTitle" idx="18"/>
          </p:nvPr>
        </p:nvSpPr>
        <p:spPr>
          <a:xfrm>
            <a:off x="5975000" y="386357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title" idx="19" hasCustomPrompt="1"/>
          </p:nvPr>
        </p:nvSpPr>
        <p:spPr>
          <a:xfrm>
            <a:off x="6675048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>
            <a:spLocks noGrp="1"/>
          </p:cNvSpPr>
          <p:nvPr>
            <p:ph type="subTitle" idx="20"/>
          </p:nvPr>
        </p:nvSpPr>
        <p:spPr>
          <a:xfrm>
            <a:off x="5974977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21"/>
          </p:nvPr>
        </p:nvSpPr>
        <p:spPr>
          <a:xfrm>
            <a:off x="5975102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4" name="Google Shape;204;p13"/>
          <p:cNvGrpSpPr/>
          <p:nvPr/>
        </p:nvGrpSpPr>
        <p:grpSpPr>
          <a:xfrm rot="1458414">
            <a:off x="8437402" y="4499418"/>
            <a:ext cx="351104" cy="207263"/>
            <a:chOff x="2642925" y="4284475"/>
            <a:chExt cx="351125" cy="207275"/>
          </a:xfrm>
        </p:grpSpPr>
        <p:sp>
          <p:nvSpPr>
            <p:cNvPr id="205" name="Google Shape;205;p13"/>
            <p:cNvSpPr/>
            <p:nvPr/>
          </p:nvSpPr>
          <p:spPr>
            <a:xfrm>
              <a:off x="2888425" y="4349900"/>
              <a:ext cx="23525" cy="23150"/>
            </a:xfrm>
            <a:custGeom>
              <a:avLst/>
              <a:gdLst/>
              <a:ahLst/>
              <a:cxnLst/>
              <a:rect l="l" t="t" r="r" b="b"/>
              <a:pathLst>
                <a:path w="941" h="926" extrusionOk="0">
                  <a:moveTo>
                    <a:pt x="472" y="1"/>
                  </a:moveTo>
                  <a:cubicBezTo>
                    <a:pt x="211" y="1"/>
                    <a:pt x="0" y="212"/>
                    <a:pt x="0" y="457"/>
                  </a:cubicBezTo>
                  <a:cubicBezTo>
                    <a:pt x="0" y="715"/>
                    <a:pt x="211" y="925"/>
                    <a:pt x="472" y="925"/>
                  </a:cubicBezTo>
                  <a:cubicBezTo>
                    <a:pt x="730" y="925"/>
                    <a:pt x="940" y="715"/>
                    <a:pt x="940" y="457"/>
                  </a:cubicBezTo>
                  <a:cubicBezTo>
                    <a:pt x="940" y="212"/>
                    <a:pt x="730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2829025" y="4284475"/>
              <a:ext cx="142700" cy="142700"/>
            </a:xfrm>
            <a:custGeom>
              <a:avLst/>
              <a:gdLst/>
              <a:ahLst/>
              <a:cxnLst/>
              <a:rect l="l" t="t" r="r" b="b"/>
              <a:pathLst>
                <a:path w="5708" h="5708" extrusionOk="0">
                  <a:moveTo>
                    <a:pt x="2848" y="1787"/>
                  </a:moveTo>
                  <a:cubicBezTo>
                    <a:pt x="3562" y="1787"/>
                    <a:pt x="4132" y="2372"/>
                    <a:pt x="4132" y="3074"/>
                  </a:cubicBezTo>
                  <a:cubicBezTo>
                    <a:pt x="4132" y="3788"/>
                    <a:pt x="3562" y="4373"/>
                    <a:pt x="2848" y="4373"/>
                  </a:cubicBezTo>
                  <a:cubicBezTo>
                    <a:pt x="2130" y="4373"/>
                    <a:pt x="1561" y="3788"/>
                    <a:pt x="1561" y="3074"/>
                  </a:cubicBezTo>
                  <a:cubicBezTo>
                    <a:pt x="1561" y="2372"/>
                    <a:pt x="2130" y="1787"/>
                    <a:pt x="2848" y="1787"/>
                  </a:cubicBezTo>
                  <a:close/>
                  <a:moveTo>
                    <a:pt x="2848" y="0"/>
                  </a:moveTo>
                  <a:cubicBezTo>
                    <a:pt x="1596" y="0"/>
                    <a:pt x="0" y="2505"/>
                    <a:pt x="0" y="4178"/>
                  </a:cubicBezTo>
                  <a:cubicBezTo>
                    <a:pt x="0" y="5364"/>
                    <a:pt x="976" y="5708"/>
                    <a:pt x="2848" y="5708"/>
                  </a:cubicBezTo>
                  <a:cubicBezTo>
                    <a:pt x="4717" y="5708"/>
                    <a:pt x="5708" y="5364"/>
                    <a:pt x="5708" y="4178"/>
                  </a:cubicBezTo>
                  <a:cubicBezTo>
                    <a:pt x="5708" y="2602"/>
                    <a:pt x="4178" y="0"/>
                    <a:pt x="2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2642925" y="4447825"/>
              <a:ext cx="351125" cy="43925"/>
            </a:xfrm>
            <a:custGeom>
              <a:avLst/>
              <a:gdLst/>
              <a:ahLst/>
              <a:cxnLst/>
              <a:rect l="l" t="t" r="r" b="b"/>
              <a:pathLst>
                <a:path w="14045" h="1757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350"/>
                  </a:lnTo>
                  <a:cubicBezTo>
                    <a:pt x="1" y="1577"/>
                    <a:pt x="196" y="1756"/>
                    <a:pt x="422" y="1756"/>
                  </a:cubicBezTo>
                  <a:lnTo>
                    <a:pt x="13639" y="1756"/>
                  </a:lnTo>
                  <a:cubicBezTo>
                    <a:pt x="13866" y="1756"/>
                    <a:pt x="14045" y="1577"/>
                    <a:pt x="14045" y="1350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2983900" y="4447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2719775" y="4382775"/>
              <a:ext cx="34550" cy="44575"/>
            </a:xfrm>
            <a:custGeom>
              <a:avLst/>
              <a:gdLst/>
              <a:ahLst/>
              <a:cxnLst/>
              <a:rect l="l" t="t" r="r" b="b"/>
              <a:pathLst>
                <a:path w="1382" h="1783" extrusionOk="0">
                  <a:moveTo>
                    <a:pt x="1" y="1"/>
                  </a:moveTo>
                  <a:lnTo>
                    <a:pt x="1" y="1756"/>
                  </a:lnTo>
                  <a:cubicBezTo>
                    <a:pt x="212" y="1774"/>
                    <a:pt x="451" y="1782"/>
                    <a:pt x="690" y="1782"/>
                  </a:cubicBezTo>
                  <a:cubicBezTo>
                    <a:pt x="929" y="1782"/>
                    <a:pt x="1169" y="1774"/>
                    <a:pt x="1382" y="1756"/>
                  </a:cubicBezTo>
                  <a:lnTo>
                    <a:pt x="13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2665650" y="4284475"/>
              <a:ext cx="142725" cy="139775"/>
            </a:xfrm>
            <a:custGeom>
              <a:avLst/>
              <a:gdLst/>
              <a:ahLst/>
              <a:cxnLst/>
              <a:rect l="l" t="t" r="r" b="b"/>
              <a:pathLst>
                <a:path w="5709" h="5591" extrusionOk="0">
                  <a:moveTo>
                    <a:pt x="2849" y="0"/>
                  </a:moveTo>
                  <a:cubicBezTo>
                    <a:pt x="1612" y="0"/>
                    <a:pt x="1" y="2505"/>
                    <a:pt x="1" y="4178"/>
                  </a:cubicBezTo>
                  <a:cubicBezTo>
                    <a:pt x="1" y="4990"/>
                    <a:pt x="457" y="5396"/>
                    <a:pt x="1351" y="5591"/>
                  </a:cubicBezTo>
                  <a:lnTo>
                    <a:pt x="1351" y="3511"/>
                  </a:lnTo>
                  <a:cubicBezTo>
                    <a:pt x="1351" y="3301"/>
                    <a:pt x="1530" y="3106"/>
                    <a:pt x="1756" y="3106"/>
                  </a:cubicBezTo>
                  <a:lnTo>
                    <a:pt x="3953" y="3106"/>
                  </a:lnTo>
                  <a:cubicBezTo>
                    <a:pt x="4179" y="3106"/>
                    <a:pt x="4358" y="3301"/>
                    <a:pt x="4358" y="3511"/>
                  </a:cubicBezTo>
                  <a:lnTo>
                    <a:pt x="4358" y="5591"/>
                  </a:lnTo>
                  <a:cubicBezTo>
                    <a:pt x="5252" y="5396"/>
                    <a:pt x="5708" y="4990"/>
                    <a:pt x="5708" y="4178"/>
                  </a:cubicBezTo>
                  <a:cubicBezTo>
                    <a:pt x="5708" y="2602"/>
                    <a:pt x="4179" y="0"/>
                    <a:pt x="2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13"/>
          <p:cNvGrpSpPr/>
          <p:nvPr/>
        </p:nvGrpSpPr>
        <p:grpSpPr>
          <a:xfrm rot="2052487">
            <a:off x="598568" y="216523"/>
            <a:ext cx="351125" cy="351125"/>
            <a:chOff x="2140275" y="1682900"/>
            <a:chExt cx="351125" cy="351125"/>
          </a:xfrm>
        </p:grpSpPr>
        <p:sp>
          <p:nvSpPr>
            <p:cNvPr id="212" name="Google Shape;212;p13"/>
            <p:cNvSpPr/>
            <p:nvPr/>
          </p:nvSpPr>
          <p:spPr>
            <a:xfrm>
              <a:off x="2140275" y="1682900"/>
              <a:ext cx="351125" cy="351125"/>
            </a:xfrm>
            <a:custGeom>
              <a:avLst/>
              <a:gdLst/>
              <a:ahLst/>
              <a:cxnLst/>
              <a:rect l="l" t="t" r="r" b="b"/>
              <a:pathLst>
                <a:path w="14045" h="14045" extrusionOk="0">
                  <a:moveTo>
                    <a:pt x="6355" y="3804"/>
                  </a:moveTo>
                  <a:lnTo>
                    <a:pt x="6355" y="6355"/>
                  </a:lnTo>
                  <a:lnTo>
                    <a:pt x="3804" y="6355"/>
                  </a:lnTo>
                  <a:lnTo>
                    <a:pt x="3804" y="3804"/>
                  </a:lnTo>
                  <a:close/>
                  <a:moveTo>
                    <a:pt x="10256" y="3804"/>
                  </a:moveTo>
                  <a:lnTo>
                    <a:pt x="10256" y="6355"/>
                  </a:lnTo>
                  <a:lnTo>
                    <a:pt x="7705" y="6355"/>
                  </a:lnTo>
                  <a:lnTo>
                    <a:pt x="7705" y="3804"/>
                  </a:lnTo>
                  <a:close/>
                  <a:moveTo>
                    <a:pt x="6355" y="7689"/>
                  </a:moveTo>
                  <a:lnTo>
                    <a:pt x="6355" y="10241"/>
                  </a:lnTo>
                  <a:lnTo>
                    <a:pt x="3804" y="10241"/>
                  </a:lnTo>
                  <a:lnTo>
                    <a:pt x="3804" y="7689"/>
                  </a:lnTo>
                  <a:close/>
                  <a:moveTo>
                    <a:pt x="10256" y="7689"/>
                  </a:moveTo>
                  <a:lnTo>
                    <a:pt x="10256" y="10241"/>
                  </a:lnTo>
                  <a:lnTo>
                    <a:pt x="7705" y="10241"/>
                  </a:lnTo>
                  <a:lnTo>
                    <a:pt x="7705" y="7689"/>
                  </a:lnTo>
                  <a:close/>
                  <a:moveTo>
                    <a:pt x="7022" y="0"/>
                  </a:moveTo>
                  <a:cubicBezTo>
                    <a:pt x="6664" y="0"/>
                    <a:pt x="6355" y="293"/>
                    <a:pt x="6355" y="667"/>
                  </a:cubicBezTo>
                  <a:lnTo>
                    <a:pt x="6355" y="2454"/>
                  </a:lnTo>
                  <a:lnTo>
                    <a:pt x="3804" y="2454"/>
                  </a:lnTo>
                  <a:lnTo>
                    <a:pt x="3804" y="1186"/>
                  </a:lnTo>
                  <a:cubicBezTo>
                    <a:pt x="3804" y="812"/>
                    <a:pt x="3511" y="519"/>
                    <a:pt x="3137" y="519"/>
                  </a:cubicBezTo>
                  <a:cubicBezTo>
                    <a:pt x="2762" y="519"/>
                    <a:pt x="2470" y="812"/>
                    <a:pt x="2470" y="1186"/>
                  </a:cubicBezTo>
                  <a:lnTo>
                    <a:pt x="2470" y="2454"/>
                  </a:lnTo>
                  <a:lnTo>
                    <a:pt x="1186" y="2454"/>
                  </a:lnTo>
                  <a:cubicBezTo>
                    <a:pt x="827" y="2454"/>
                    <a:pt x="519" y="2762"/>
                    <a:pt x="519" y="3121"/>
                  </a:cubicBezTo>
                  <a:cubicBezTo>
                    <a:pt x="519" y="3496"/>
                    <a:pt x="827" y="3804"/>
                    <a:pt x="1186" y="3804"/>
                  </a:cubicBezTo>
                  <a:lnTo>
                    <a:pt x="2470" y="3804"/>
                  </a:lnTo>
                  <a:lnTo>
                    <a:pt x="2470" y="6355"/>
                  </a:lnTo>
                  <a:lnTo>
                    <a:pt x="683" y="6355"/>
                  </a:lnTo>
                  <a:cubicBezTo>
                    <a:pt x="309" y="6355"/>
                    <a:pt x="0" y="6648"/>
                    <a:pt x="0" y="7022"/>
                  </a:cubicBezTo>
                  <a:cubicBezTo>
                    <a:pt x="0" y="7381"/>
                    <a:pt x="309" y="7689"/>
                    <a:pt x="683" y="7689"/>
                  </a:cubicBezTo>
                  <a:lnTo>
                    <a:pt x="2470" y="7689"/>
                  </a:lnTo>
                  <a:lnTo>
                    <a:pt x="2470" y="10241"/>
                  </a:lnTo>
                  <a:lnTo>
                    <a:pt x="1186" y="10241"/>
                  </a:lnTo>
                  <a:cubicBezTo>
                    <a:pt x="827" y="10241"/>
                    <a:pt x="519" y="10533"/>
                    <a:pt x="519" y="10908"/>
                  </a:cubicBezTo>
                  <a:cubicBezTo>
                    <a:pt x="519" y="11282"/>
                    <a:pt x="827" y="11575"/>
                    <a:pt x="1186" y="11575"/>
                  </a:cubicBezTo>
                  <a:lnTo>
                    <a:pt x="2470" y="11575"/>
                  </a:lnTo>
                  <a:lnTo>
                    <a:pt x="2470" y="12858"/>
                  </a:lnTo>
                  <a:cubicBezTo>
                    <a:pt x="2470" y="13217"/>
                    <a:pt x="2762" y="13525"/>
                    <a:pt x="3137" y="13525"/>
                  </a:cubicBezTo>
                  <a:cubicBezTo>
                    <a:pt x="3511" y="13525"/>
                    <a:pt x="3804" y="13217"/>
                    <a:pt x="3804" y="12858"/>
                  </a:cubicBezTo>
                  <a:lnTo>
                    <a:pt x="3804" y="11575"/>
                  </a:lnTo>
                  <a:lnTo>
                    <a:pt x="6355" y="11575"/>
                  </a:lnTo>
                  <a:lnTo>
                    <a:pt x="6355" y="13377"/>
                  </a:lnTo>
                  <a:cubicBezTo>
                    <a:pt x="6355" y="13736"/>
                    <a:pt x="6664" y="14044"/>
                    <a:pt x="7022" y="14044"/>
                  </a:cubicBezTo>
                  <a:cubicBezTo>
                    <a:pt x="7397" y="14044"/>
                    <a:pt x="7705" y="13736"/>
                    <a:pt x="7705" y="13377"/>
                  </a:cubicBezTo>
                  <a:lnTo>
                    <a:pt x="7705" y="11575"/>
                  </a:lnTo>
                  <a:lnTo>
                    <a:pt x="10256" y="11575"/>
                  </a:lnTo>
                  <a:lnTo>
                    <a:pt x="10256" y="12858"/>
                  </a:lnTo>
                  <a:cubicBezTo>
                    <a:pt x="10256" y="13217"/>
                    <a:pt x="10549" y="13525"/>
                    <a:pt x="10924" y="13525"/>
                  </a:cubicBezTo>
                  <a:cubicBezTo>
                    <a:pt x="11282" y="13525"/>
                    <a:pt x="11591" y="13217"/>
                    <a:pt x="11591" y="12858"/>
                  </a:cubicBezTo>
                  <a:lnTo>
                    <a:pt x="11591" y="11575"/>
                  </a:lnTo>
                  <a:lnTo>
                    <a:pt x="12859" y="11575"/>
                  </a:lnTo>
                  <a:cubicBezTo>
                    <a:pt x="13233" y="11575"/>
                    <a:pt x="13541" y="11282"/>
                    <a:pt x="13541" y="10908"/>
                  </a:cubicBezTo>
                  <a:cubicBezTo>
                    <a:pt x="13541" y="10533"/>
                    <a:pt x="13233" y="10241"/>
                    <a:pt x="12859" y="10241"/>
                  </a:cubicBezTo>
                  <a:lnTo>
                    <a:pt x="11591" y="10241"/>
                  </a:lnTo>
                  <a:lnTo>
                    <a:pt x="11591" y="7689"/>
                  </a:lnTo>
                  <a:lnTo>
                    <a:pt x="13377" y="7689"/>
                  </a:lnTo>
                  <a:cubicBezTo>
                    <a:pt x="13752" y="7689"/>
                    <a:pt x="14044" y="7381"/>
                    <a:pt x="14044" y="7022"/>
                  </a:cubicBezTo>
                  <a:cubicBezTo>
                    <a:pt x="14044" y="6648"/>
                    <a:pt x="13752" y="6355"/>
                    <a:pt x="13377" y="6355"/>
                  </a:cubicBezTo>
                  <a:lnTo>
                    <a:pt x="11591" y="6355"/>
                  </a:lnTo>
                  <a:lnTo>
                    <a:pt x="11591" y="3804"/>
                  </a:lnTo>
                  <a:lnTo>
                    <a:pt x="12859" y="3804"/>
                  </a:lnTo>
                  <a:cubicBezTo>
                    <a:pt x="13233" y="3804"/>
                    <a:pt x="13541" y="3496"/>
                    <a:pt x="13541" y="3121"/>
                  </a:cubicBezTo>
                  <a:cubicBezTo>
                    <a:pt x="13541" y="2762"/>
                    <a:pt x="13233" y="2454"/>
                    <a:pt x="12859" y="2454"/>
                  </a:cubicBezTo>
                  <a:lnTo>
                    <a:pt x="11591" y="2454"/>
                  </a:lnTo>
                  <a:lnTo>
                    <a:pt x="11591" y="1186"/>
                  </a:lnTo>
                  <a:cubicBezTo>
                    <a:pt x="11591" y="812"/>
                    <a:pt x="11282" y="519"/>
                    <a:pt x="10924" y="519"/>
                  </a:cubicBezTo>
                  <a:cubicBezTo>
                    <a:pt x="10549" y="519"/>
                    <a:pt x="10256" y="812"/>
                    <a:pt x="10256" y="1186"/>
                  </a:cubicBezTo>
                  <a:lnTo>
                    <a:pt x="10256" y="2454"/>
                  </a:lnTo>
                  <a:lnTo>
                    <a:pt x="7705" y="2454"/>
                  </a:lnTo>
                  <a:lnTo>
                    <a:pt x="7705" y="667"/>
                  </a:lnTo>
                  <a:cubicBezTo>
                    <a:pt x="7705" y="293"/>
                    <a:pt x="7397" y="0"/>
                    <a:pt x="7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2353175" y="1698800"/>
              <a:ext cx="23250" cy="25175"/>
            </a:xfrm>
            <a:custGeom>
              <a:avLst/>
              <a:gdLst/>
              <a:ahLst/>
              <a:cxnLst/>
              <a:rect l="l" t="t" r="r" b="b"/>
              <a:pathLst>
                <a:path w="930" h="1007" extrusionOk="0">
                  <a:moveTo>
                    <a:pt x="1" y="0"/>
                  </a:moveTo>
                  <a:lnTo>
                    <a:pt x="1" y="31"/>
                  </a:lnTo>
                  <a:lnTo>
                    <a:pt x="1" y="1007"/>
                  </a:lnTo>
                  <a:lnTo>
                    <a:pt x="913" y="1007"/>
                  </a:lnTo>
                  <a:lnTo>
                    <a:pt x="913" y="550"/>
                  </a:lnTo>
                  <a:cubicBezTo>
                    <a:pt x="913" y="453"/>
                    <a:pt x="929" y="371"/>
                    <a:pt x="929" y="293"/>
                  </a:cubicBezTo>
                  <a:cubicBezTo>
                    <a:pt x="636" y="160"/>
                    <a:pt x="328" y="6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2353175" y="1895800"/>
              <a:ext cx="22850" cy="22450"/>
            </a:xfrm>
            <a:custGeom>
              <a:avLst/>
              <a:gdLst/>
              <a:ahLst/>
              <a:cxnLst/>
              <a:rect l="l" t="t" r="r" b="b"/>
              <a:pathLst>
                <a:path w="914" h="898" extrusionOk="0">
                  <a:moveTo>
                    <a:pt x="1" y="0"/>
                  </a:moveTo>
                  <a:lnTo>
                    <a:pt x="1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215655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274" y="1"/>
                  </a:moveTo>
                  <a:cubicBezTo>
                    <a:pt x="161" y="293"/>
                    <a:pt x="63" y="601"/>
                    <a:pt x="1" y="929"/>
                  </a:cubicBezTo>
                  <a:lnTo>
                    <a:pt x="992" y="929"/>
                  </a:lnTo>
                  <a:lnTo>
                    <a:pt x="992" y="16"/>
                  </a:lnTo>
                  <a:lnTo>
                    <a:pt x="535" y="16"/>
                  </a:lnTo>
                  <a:cubicBezTo>
                    <a:pt x="453" y="16"/>
                    <a:pt x="371" y="16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2353175" y="1798275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1" y="0"/>
                  </a:moveTo>
                  <a:lnTo>
                    <a:pt x="1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2256050" y="1798275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0" y="0"/>
                  </a:moveTo>
                  <a:lnTo>
                    <a:pt x="0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245070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992" y="1"/>
                  </a:moveTo>
                  <a:lnTo>
                    <a:pt x="992" y="1"/>
                  </a:lnTo>
                  <a:cubicBezTo>
                    <a:pt x="992" y="1"/>
                    <a:pt x="976" y="16"/>
                    <a:pt x="960" y="16"/>
                  </a:cubicBezTo>
                  <a:lnTo>
                    <a:pt x="1" y="16"/>
                  </a:lnTo>
                  <a:lnTo>
                    <a:pt x="1" y="914"/>
                  </a:lnTo>
                  <a:lnTo>
                    <a:pt x="442" y="914"/>
                  </a:lnTo>
                  <a:cubicBezTo>
                    <a:pt x="539" y="914"/>
                    <a:pt x="621" y="929"/>
                    <a:pt x="699" y="945"/>
                  </a:cubicBezTo>
                  <a:cubicBezTo>
                    <a:pt x="832" y="637"/>
                    <a:pt x="929" y="328"/>
                    <a:pt x="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2353175" y="1992925"/>
              <a:ext cx="23250" cy="25300"/>
            </a:xfrm>
            <a:custGeom>
              <a:avLst/>
              <a:gdLst/>
              <a:ahLst/>
              <a:cxnLst/>
              <a:rect l="l" t="t" r="r" b="b"/>
              <a:pathLst>
                <a:path w="930" h="1012" extrusionOk="0">
                  <a:moveTo>
                    <a:pt x="1" y="1"/>
                  </a:moveTo>
                  <a:lnTo>
                    <a:pt x="1" y="976"/>
                  </a:lnTo>
                  <a:lnTo>
                    <a:pt x="1" y="1011"/>
                  </a:lnTo>
                  <a:cubicBezTo>
                    <a:pt x="328" y="929"/>
                    <a:pt x="636" y="832"/>
                    <a:pt x="929" y="719"/>
                  </a:cubicBezTo>
                  <a:cubicBezTo>
                    <a:pt x="929" y="637"/>
                    <a:pt x="913" y="539"/>
                    <a:pt x="913" y="45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2255250" y="1992925"/>
              <a:ext cx="23625" cy="25300"/>
            </a:xfrm>
            <a:custGeom>
              <a:avLst/>
              <a:gdLst/>
              <a:ahLst/>
              <a:cxnLst/>
              <a:rect l="l" t="t" r="r" b="b"/>
              <a:pathLst>
                <a:path w="945" h="1012" extrusionOk="0">
                  <a:moveTo>
                    <a:pt x="32" y="1"/>
                  </a:moveTo>
                  <a:lnTo>
                    <a:pt x="32" y="457"/>
                  </a:lnTo>
                  <a:cubicBezTo>
                    <a:pt x="32" y="539"/>
                    <a:pt x="16" y="637"/>
                    <a:pt x="1" y="719"/>
                  </a:cubicBezTo>
                  <a:cubicBezTo>
                    <a:pt x="309" y="832"/>
                    <a:pt x="617" y="929"/>
                    <a:pt x="945" y="1011"/>
                  </a:cubicBezTo>
                  <a:lnTo>
                    <a:pt x="945" y="976"/>
                  </a:lnTo>
                  <a:lnTo>
                    <a:pt x="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245070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699" y="1"/>
                  </a:moveTo>
                  <a:cubicBezTo>
                    <a:pt x="621" y="16"/>
                    <a:pt x="539" y="16"/>
                    <a:pt x="442" y="16"/>
                  </a:cubicBezTo>
                  <a:lnTo>
                    <a:pt x="1" y="16"/>
                  </a:lnTo>
                  <a:lnTo>
                    <a:pt x="1" y="929"/>
                  </a:lnTo>
                  <a:lnTo>
                    <a:pt x="992" y="929"/>
                  </a:lnTo>
                  <a:cubicBezTo>
                    <a:pt x="929" y="601"/>
                    <a:pt x="832" y="293"/>
                    <a:pt x="6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2255250" y="1698800"/>
              <a:ext cx="23625" cy="25175"/>
            </a:xfrm>
            <a:custGeom>
              <a:avLst/>
              <a:gdLst/>
              <a:ahLst/>
              <a:cxnLst/>
              <a:rect l="l" t="t" r="r" b="b"/>
              <a:pathLst>
                <a:path w="945" h="1007" extrusionOk="0">
                  <a:moveTo>
                    <a:pt x="945" y="0"/>
                  </a:moveTo>
                  <a:cubicBezTo>
                    <a:pt x="617" y="62"/>
                    <a:pt x="309" y="160"/>
                    <a:pt x="1" y="293"/>
                  </a:cubicBezTo>
                  <a:cubicBezTo>
                    <a:pt x="16" y="371"/>
                    <a:pt x="32" y="453"/>
                    <a:pt x="32" y="550"/>
                  </a:cubicBezTo>
                  <a:lnTo>
                    <a:pt x="32" y="1007"/>
                  </a:lnTo>
                  <a:lnTo>
                    <a:pt x="945" y="1007"/>
                  </a:lnTo>
                  <a:lnTo>
                    <a:pt x="945" y="31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2256050" y="1895800"/>
              <a:ext cx="22825" cy="22450"/>
            </a:xfrm>
            <a:custGeom>
              <a:avLst/>
              <a:gdLst/>
              <a:ahLst/>
              <a:cxnLst/>
              <a:rect l="l" t="t" r="r" b="b"/>
              <a:pathLst>
                <a:path w="913" h="898" extrusionOk="0">
                  <a:moveTo>
                    <a:pt x="0" y="0"/>
                  </a:moveTo>
                  <a:lnTo>
                    <a:pt x="0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215655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1" y="1"/>
                  </a:moveTo>
                  <a:lnTo>
                    <a:pt x="1" y="1"/>
                  </a:lnTo>
                  <a:cubicBezTo>
                    <a:pt x="63" y="328"/>
                    <a:pt x="161" y="637"/>
                    <a:pt x="274" y="945"/>
                  </a:cubicBezTo>
                  <a:cubicBezTo>
                    <a:pt x="371" y="929"/>
                    <a:pt x="453" y="914"/>
                    <a:pt x="535" y="914"/>
                  </a:cubicBezTo>
                  <a:lnTo>
                    <a:pt x="992" y="914"/>
                  </a:lnTo>
                  <a:lnTo>
                    <a:pt x="992" y="16"/>
                  </a:lnTo>
                  <a:lnTo>
                    <a:pt x="32" y="16"/>
                  </a:lnTo>
                  <a:cubicBezTo>
                    <a:pt x="16" y="1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3"/>
          <p:cNvSpPr/>
          <p:nvPr/>
        </p:nvSpPr>
        <p:spPr>
          <a:xfrm>
            <a:off x="8437375" y="4500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3"/>
          <p:cNvSpPr/>
          <p:nvPr/>
        </p:nvSpPr>
        <p:spPr>
          <a:xfrm>
            <a:off x="292375" y="643788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8568900" y="41204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8617375" y="11211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>
            <a:spLocks noGrp="1"/>
          </p:cNvSpPr>
          <p:nvPr>
            <p:ph type="title"/>
          </p:nvPr>
        </p:nvSpPr>
        <p:spPr>
          <a:xfrm>
            <a:off x="713150" y="3870676"/>
            <a:ext cx="3848700" cy="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31" name="Google Shape;231;p14"/>
          <p:cNvSpPr txBox="1">
            <a:spLocks noGrp="1"/>
          </p:cNvSpPr>
          <p:nvPr>
            <p:ph type="subTitle" idx="1"/>
          </p:nvPr>
        </p:nvSpPr>
        <p:spPr>
          <a:xfrm>
            <a:off x="713150" y="817800"/>
            <a:ext cx="3848700" cy="30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4"/>
          <p:cNvSpPr>
            <a:spLocks noGrp="1"/>
          </p:cNvSpPr>
          <p:nvPr>
            <p:ph type="pic" idx="2"/>
          </p:nvPr>
        </p:nvSpPr>
        <p:spPr>
          <a:xfrm>
            <a:off x="4995200" y="325900"/>
            <a:ext cx="3684000" cy="439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14"/>
          <p:cNvSpPr/>
          <p:nvPr/>
        </p:nvSpPr>
        <p:spPr>
          <a:xfrm flipH="1">
            <a:off x="438738" y="45719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14"/>
          <p:cNvGrpSpPr/>
          <p:nvPr/>
        </p:nvGrpSpPr>
        <p:grpSpPr>
          <a:xfrm rot="1649405">
            <a:off x="438856" y="254061"/>
            <a:ext cx="351129" cy="323678"/>
            <a:chOff x="2642925" y="2294725"/>
            <a:chExt cx="351125" cy="323675"/>
          </a:xfrm>
        </p:grpSpPr>
        <p:sp>
          <p:nvSpPr>
            <p:cNvPr id="235" name="Google Shape;235;p14"/>
            <p:cNvSpPr/>
            <p:nvPr/>
          </p:nvSpPr>
          <p:spPr>
            <a:xfrm>
              <a:off x="2642925" y="2577325"/>
              <a:ext cx="351125" cy="41075"/>
            </a:xfrm>
            <a:custGeom>
              <a:avLst/>
              <a:gdLst/>
              <a:ahLst/>
              <a:cxnLst/>
              <a:rect l="l" t="t" r="r" b="b"/>
              <a:pathLst>
                <a:path w="14045" h="1643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237"/>
                  </a:lnTo>
                  <a:cubicBezTo>
                    <a:pt x="1" y="1464"/>
                    <a:pt x="196" y="1643"/>
                    <a:pt x="422" y="1643"/>
                  </a:cubicBezTo>
                  <a:lnTo>
                    <a:pt x="13639" y="1643"/>
                  </a:lnTo>
                  <a:cubicBezTo>
                    <a:pt x="13866" y="1643"/>
                    <a:pt x="14045" y="1464"/>
                    <a:pt x="14045" y="1237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2752275" y="2294725"/>
              <a:ext cx="182100" cy="135700"/>
            </a:xfrm>
            <a:custGeom>
              <a:avLst/>
              <a:gdLst/>
              <a:ahLst/>
              <a:cxnLst/>
              <a:rect l="l" t="t" r="r" b="b"/>
              <a:pathLst>
                <a:path w="7284" h="5428" extrusionOk="0">
                  <a:moveTo>
                    <a:pt x="5722" y="0"/>
                  </a:moveTo>
                  <a:cubicBezTo>
                    <a:pt x="5616" y="0"/>
                    <a:pt x="5510" y="40"/>
                    <a:pt x="5430" y="120"/>
                  </a:cubicBezTo>
                  <a:lnTo>
                    <a:pt x="2567" y="2999"/>
                  </a:lnTo>
                  <a:lnTo>
                    <a:pt x="359" y="3518"/>
                  </a:lnTo>
                  <a:cubicBezTo>
                    <a:pt x="144" y="3584"/>
                    <a:pt x="0" y="3795"/>
                    <a:pt x="66" y="4021"/>
                  </a:cubicBezTo>
                  <a:cubicBezTo>
                    <a:pt x="113" y="4201"/>
                    <a:pt x="277" y="4329"/>
                    <a:pt x="456" y="4329"/>
                  </a:cubicBezTo>
                  <a:cubicBezTo>
                    <a:pt x="465" y="4329"/>
                    <a:pt x="472" y="4330"/>
                    <a:pt x="480" y="4330"/>
                  </a:cubicBezTo>
                  <a:cubicBezTo>
                    <a:pt x="529" y="4330"/>
                    <a:pt x="619" y="4315"/>
                    <a:pt x="1447" y="4103"/>
                  </a:cubicBezTo>
                  <a:lnTo>
                    <a:pt x="1447" y="4103"/>
                  </a:lnTo>
                  <a:lnTo>
                    <a:pt x="827" y="4739"/>
                  </a:lnTo>
                  <a:cubicBezTo>
                    <a:pt x="667" y="4883"/>
                    <a:pt x="667" y="5145"/>
                    <a:pt x="827" y="5305"/>
                  </a:cubicBezTo>
                  <a:cubicBezTo>
                    <a:pt x="909" y="5387"/>
                    <a:pt x="1015" y="5428"/>
                    <a:pt x="1121" y="5428"/>
                  </a:cubicBezTo>
                  <a:cubicBezTo>
                    <a:pt x="1227" y="5428"/>
                    <a:pt x="1332" y="5387"/>
                    <a:pt x="1412" y="5305"/>
                  </a:cubicBezTo>
                  <a:lnTo>
                    <a:pt x="2992" y="3744"/>
                  </a:lnTo>
                  <a:lnTo>
                    <a:pt x="6925" y="2788"/>
                  </a:lnTo>
                  <a:cubicBezTo>
                    <a:pt x="7135" y="2738"/>
                    <a:pt x="7283" y="2511"/>
                    <a:pt x="7217" y="2281"/>
                  </a:cubicBezTo>
                  <a:cubicBezTo>
                    <a:pt x="7173" y="2100"/>
                    <a:pt x="6999" y="1979"/>
                    <a:pt x="6817" y="1979"/>
                  </a:cubicBezTo>
                  <a:cubicBezTo>
                    <a:pt x="6788" y="1979"/>
                    <a:pt x="6759" y="1982"/>
                    <a:pt x="6729" y="1989"/>
                  </a:cubicBezTo>
                  <a:lnTo>
                    <a:pt x="4096" y="2625"/>
                  </a:lnTo>
                  <a:lnTo>
                    <a:pt x="6016" y="705"/>
                  </a:lnTo>
                  <a:cubicBezTo>
                    <a:pt x="6176" y="545"/>
                    <a:pt x="6176" y="284"/>
                    <a:pt x="6016" y="120"/>
                  </a:cubicBezTo>
                  <a:cubicBezTo>
                    <a:pt x="5934" y="40"/>
                    <a:pt x="5827" y="0"/>
                    <a:pt x="5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2753425" y="2431825"/>
              <a:ext cx="130525" cy="124750"/>
            </a:xfrm>
            <a:custGeom>
              <a:avLst/>
              <a:gdLst/>
              <a:ahLst/>
              <a:cxnLst/>
              <a:rect l="l" t="t" r="r" b="b"/>
              <a:pathLst>
                <a:path w="5221" h="4990" extrusionOk="0">
                  <a:moveTo>
                    <a:pt x="2603" y="0"/>
                  </a:moveTo>
                  <a:cubicBezTo>
                    <a:pt x="2459" y="0"/>
                    <a:pt x="2310" y="98"/>
                    <a:pt x="2244" y="230"/>
                  </a:cubicBezTo>
                  <a:cubicBezTo>
                    <a:pt x="1905" y="913"/>
                    <a:pt x="1" y="1170"/>
                    <a:pt x="1" y="3039"/>
                  </a:cubicBezTo>
                  <a:cubicBezTo>
                    <a:pt x="1" y="3659"/>
                    <a:pt x="293" y="4178"/>
                    <a:pt x="832" y="4537"/>
                  </a:cubicBezTo>
                  <a:cubicBezTo>
                    <a:pt x="1288" y="4830"/>
                    <a:pt x="1905" y="4990"/>
                    <a:pt x="2603" y="4990"/>
                  </a:cubicBezTo>
                  <a:cubicBezTo>
                    <a:pt x="3301" y="4990"/>
                    <a:pt x="3921" y="4830"/>
                    <a:pt x="4390" y="4537"/>
                  </a:cubicBezTo>
                  <a:cubicBezTo>
                    <a:pt x="4928" y="4178"/>
                    <a:pt x="5221" y="3659"/>
                    <a:pt x="5221" y="3039"/>
                  </a:cubicBezTo>
                  <a:cubicBezTo>
                    <a:pt x="5221" y="1791"/>
                    <a:pt x="4343" y="1252"/>
                    <a:pt x="3726" y="862"/>
                  </a:cubicBezTo>
                  <a:cubicBezTo>
                    <a:pt x="3707" y="847"/>
                    <a:pt x="3691" y="831"/>
                    <a:pt x="3676" y="831"/>
                  </a:cubicBezTo>
                  <a:cubicBezTo>
                    <a:pt x="3886" y="1268"/>
                    <a:pt x="4081" y="1642"/>
                    <a:pt x="4081" y="2196"/>
                  </a:cubicBezTo>
                  <a:cubicBezTo>
                    <a:pt x="4081" y="2423"/>
                    <a:pt x="3902" y="2602"/>
                    <a:pt x="3676" y="2602"/>
                  </a:cubicBezTo>
                  <a:cubicBezTo>
                    <a:pt x="3449" y="2602"/>
                    <a:pt x="3270" y="2423"/>
                    <a:pt x="3270" y="2196"/>
                  </a:cubicBezTo>
                  <a:cubicBezTo>
                    <a:pt x="3270" y="1463"/>
                    <a:pt x="2603" y="991"/>
                    <a:pt x="2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2657575" y="2431825"/>
              <a:ext cx="96375" cy="124900"/>
            </a:xfrm>
            <a:custGeom>
              <a:avLst/>
              <a:gdLst/>
              <a:ahLst/>
              <a:cxnLst/>
              <a:rect l="l" t="t" r="r" b="b"/>
              <a:pathLst>
                <a:path w="3855" h="4996" extrusionOk="0">
                  <a:moveTo>
                    <a:pt x="2602" y="0"/>
                  </a:moveTo>
                  <a:cubicBezTo>
                    <a:pt x="2602" y="991"/>
                    <a:pt x="1951" y="1463"/>
                    <a:pt x="1951" y="2196"/>
                  </a:cubicBezTo>
                  <a:cubicBezTo>
                    <a:pt x="1951" y="2423"/>
                    <a:pt x="1756" y="2602"/>
                    <a:pt x="1529" y="2602"/>
                  </a:cubicBezTo>
                  <a:cubicBezTo>
                    <a:pt x="1299" y="2602"/>
                    <a:pt x="1124" y="2423"/>
                    <a:pt x="1124" y="2196"/>
                  </a:cubicBezTo>
                  <a:cubicBezTo>
                    <a:pt x="1124" y="1642"/>
                    <a:pt x="1334" y="1252"/>
                    <a:pt x="1545" y="831"/>
                  </a:cubicBezTo>
                  <a:cubicBezTo>
                    <a:pt x="1529" y="831"/>
                    <a:pt x="1514" y="847"/>
                    <a:pt x="1494" y="862"/>
                  </a:cubicBezTo>
                  <a:cubicBezTo>
                    <a:pt x="862" y="1252"/>
                    <a:pt x="0" y="1791"/>
                    <a:pt x="0" y="3039"/>
                  </a:cubicBezTo>
                  <a:cubicBezTo>
                    <a:pt x="0" y="3659"/>
                    <a:pt x="293" y="4178"/>
                    <a:pt x="831" y="4537"/>
                  </a:cubicBezTo>
                  <a:cubicBezTo>
                    <a:pt x="1316" y="4854"/>
                    <a:pt x="1972" y="4996"/>
                    <a:pt x="2604" y="4996"/>
                  </a:cubicBezTo>
                  <a:cubicBezTo>
                    <a:pt x="3008" y="4996"/>
                    <a:pt x="3403" y="4938"/>
                    <a:pt x="3737" y="4830"/>
                  </a:cubicBezTo>
                  <a:cubicBezTo>
                    <a:pt x="3269" y="4358"/>
                    <a:pt x="3008" y="3722"/>
                    <a:pt x="3008" y="3039"/>
                  </a:cubicBezTo>
                  <a:cubicBezTo>
                    <a:pt x="3008" y="2243"/>
                    <a:pt x="3285" y="1529"/>
                    <a:pt x="3854" y="944"/>
                  </a:cubicBezTo>
                  <a:cubicBezTo>
                    <a:pt x="3511" y="718"/>
                    <a:pt x="3105" y="488"/>
                    <a:pt x="2977" y="230"/>
                  </a:cubicBezTo>
                  <a:cubicBezTo>
                    <a:pt x="2895" y="98"/>
                    <a:pt x="2762" y="0"/>
                    <a:pt x="2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2883150" y="2431825"/>
              <a:ext cx="96675" cy="124900"/>
            </a:xfrm>
            <a:custGeom>
              <a:avLst/>
              <a:gdLst/>
              <a:ahLst/>
              <a:cxnLst/>
              <a:rect l="l" t="t" r="r" b="b"/>
              <a:pathLst>
                <a:path w="3867" h="4996" extrusionOk="0">
                  <a:moveTo>
                    <a:pt x="1268" y="0"/>
                  </a:moveTo>
                  <a:cubicBezTo>
                    <a:pt x="1104" y="0"/>
                    <a:pt x="956" y="98"/>
                    <a:pt x="894" y="230"/>
                  </a:cubicBezTo>
                  <a:cubicBezTo>
                    <a:pt x="761" y="488"/>
                    <a:pt x="355" y="718"/>
                    <a:pt x="0" y="944"/>
                  </a:cubicBezTo>
                  <a:cubicBezTo>
                    <a:pt x="566" y="1529"/>
                    <a:pt x="843" y="2243"/>
                    <a:pt x="843" y="3039"/>
                  </a:cubicBezTo>
                  <a:cubicBezTo>
                    <a:pt x="843" y="3722"/>
                    <a:pt x="586" y="4358"/>
                    <a:pt x="129" y="4830"/>
                  </a:cubicBezTo>
                  <a:cubicBezTo>
                    <a:pt x="459" y="4938"/>
                    <a:pt x="851" y="4996"/>
                    <a:pt x="1253" y="4996"/>
                  </a:cubicBezTo>
                  <a:cubicBezTo>
                    <a:pt x="1884" y="4996"/>
                    <a:pt x="2542" y="4854"/>
                    <a:pt x="3039" y="4537"/>
                  </a:cubicBezTo>
                  <a:cubicBezTo>
                    <a:pt x="3574" y="4178"/>
                    <a:pt x="3866" y="3659"/>
                    <a:pt x="3866" y="3039"/>
                  </a:cubicBezTo>
                  <a:cubicBezTo>
                    <a:pt x="3866" y="1791"/>
                    <a:pt x="3004" y="1252"/>
                    <a:pt x="2372" y="862"/>
                  </a:cubicBezTo>
                  <a:cubicBezTo>
                    <a:pt x="2357" y="847"/>
                    <a:pt x="2341" y="831"/>
                    <a:pt x="2322" y="831"/>
                  </a:cubicBezTo>
                  <a:cubicBezTo>
                    <a:pt x="2552" y="1268"/>
                    <a:pt x="2747" y="1642"/>
                    <a:pt x="2747" y="2196"/>
                  </a:cubicBezTo>
                  <a:cubicBezTo>
                    <a:pt x="2747" y="2423"/>
                    <a:pt x="2552" y="2602"/>
                    <a:pt x="2322" y="2602"/>
                  </a:cubicBezTo>
                  <a:cubicBezTo>
                    <a:pt x="2095" y="2602"/>
                    <a:pt x="1916" y="2423"/>
                    <a:pt x="1916" y="2196"/>
                  </a:cubicBezTo>
                  <a:cubicBezTo>
                    <a:pt x="1916" y="1463"/>
                    <a:pt x="1268" y="991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5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16"/>
          <p:cNvSpPr>
            <a:spLocks noGrp="1"/>
          </p:cNvSpPr>
          <p:nvPr>
            <p:ph type="pic" idx="2"/>
          </p:nvPr>
        </p:nvSpPr>
        <p:spPr>
          <a:xfrm>
            <a:off x="380900" y="910825"/>
            <a:ext cx="3110100" cy="39171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16"/>
          <p:cNvSpPr/>
          <p:nvPr/>
        </p:nvSpPr>
        <p:spPr>
          <a:xfrm flipH="1">
            <a:off x="685050" y="3600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6"/>
          <p:cNvSpPr/>
          <p:nvPr/>
        </p:nvSpPr>
        <p:spPr>
          <a:xfrm flipH="1">
            <a:off x="8567763" y="8070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6"/>
          <p:cNvSpPr/>
          <p:nvPr/>
        </p:nvSpPr>
        <p:spPr>
          <a:xfrm flipH="1">
            <a:off x="8289000" y="270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7" name="Google Shape;257;p16"/>
          <p:cNvGrpSpPr/>
          <p:nvPr/>
        </p:nvGrpSpPr>
        <p:grpSpPr>
          <a:xfrm rot="529082">
            <a:off x="8510342" y="4456177"/>
            <a:ext cx="295056" cy="351232"/>
            <a:chOff x="2671400" y="3543150"/>
            <a:chExt cx="295050" cy="351225"/>
          </a:xfrm>
        </p:grpSpPr>
        <p:sp>
          <p:nvSpPr>
            <p:cNvPr id="258" name="Google Shape;258;p16"/>
            <p:cNvSpPr/>
            <p:nvPr/>
          </p:nvSpPr>
          <p:spPr>
            <a:xfrm>
              <a:off x="2712475" y="3718025"/>
              <a:ext cx="212150" cy="45075"/>
            </a:xfrm>
            <a:custGeom>
              <a:avLst/>
              <a:gdLst/>
              <a:ahLst/>
              <a:cxnLst/>
              <a:rect l="l" t="t" r="r" b="b"/>
              <a:pathLst>
                <a:path w="8486" h="1803" extrusionOk="0">
                  <a:moveTo>
                    <a:pt x="0" y="0"/>
                  </a:moveTo>
                  <a:lnTo>
                    <a:pt x="1576" y="1803"/>
                  </a:lnTo>
                  <a:lnTo>
                    <a:pt x="6905" y="1803"/>
                  </a:lnTo>
                  <a:lnTo>
                    <a:pt x="84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2671400" y="3728550"/>
              <a:ext cx="295050" cy="165825"/>
            </a:xfrm>
            <a:custGeom>
              <a:avLst/>
              <a:gdLst/>
              <a:ahLst/>
              <a:cxnLst/>
              <a:rect l="l" t="t" r="r" b="b"/>
              <a:pathLst>
                <a:path w="11802" h="6633" extrusionOk="0">
                  <a:moveTo>
                    <a:pt x="6762" y="3367"/>
                  </a:moveTo>
                  <a:cubicBezTo>
                    <a:pt x="6988" y="3367"/>
                    <a:pt x="7183" y="3543"/>
                    <a:pt x="7183" y="3773"/>
                  </a:cubicBezTo>
                  <a:cubicBezTo>
                    <a:pt x="7183" y="3999"/>
                    <a:pt x="6988" y="4179"/>
                    <a:pt x="6762" y="4179"/>
                  </a:cubicBezTo>
                  <a:lnTo>
                    <a:pt x="5006" y="4179"/>
                  </a:lnTo>
                  <a:cubicBezTo>
                    <a:pt x="4780" y="4179"/>
                    <a:pt x="4600" y="3999"/>
                    <a:pt x="4600" y="3773"/>
                  </a:cubicBezTo>
                  <a:cubicBezTo>
                    <a:pt x="4600" y="3543"/>
                    <a:pt x="4780" y="3367"/>
                    <a:pt x="5006" y="3367"/>
                  </a:cubicBezTo>
                  <a:close/>
                  <a:moveTo>
                    <a:pt x="926" y="1"/>
                  </a:moveTo>
                  <a:lnTo>
                    <a:pt x="63" y="2295"/>
                  </a:lnTo>
                  <a:cubicBezTo>
                    <a:pt x="1" y="2505"/>
                    <a:pt x="99" y="2732"/>
                    <a:pt x="309" y="2813"/>
                  </a:cubicBezTo>
                  <a:cubicBezTo>
                    <a:pt x="356" y="2832"/>
                    <a:pt x="404" y="2840"/>
                    <a:pt x="452" y="2840"/>
                  </a:cubicBezTo>
                  <a:cubicBezTo>
                    <a:pt x="621" y="2840"/>
                    <a:pt x="783" y="2735"/>
                    <a:pt x="844" y="2568"/>
                  </a:cubicBezTo>
                  <a:lnTo>
                    <a:pt x="1269" y="1448"/>
                  </a:lnTo>
                  <a:lnTo>
                    <a:pt x="2424" y="6309"/>
                  </a:lnTo>
                  <a:cubicBezTo>
                    <a:pt x="2455" y="6504"/>
                    <a:pt x="2634" y="6633"/>
                    <a:pt x="2814" y="6633"/>
                  </a:cubicBezTo>
                  <a:lnTo>
                    <a:pt x="8958" y="6633"/>
                  </a:lnTo>
                  <a:cubicBezTo>
                    <a:pt x="9153" y="6633"/>
                    <a:pt x="9313" y="6504"/>
                    <a:pt x="9364" y="6309"/>
                  </a:cubicBezTo>
                  <a:lnTo>
                    <a:pt x="10518" y="1448"/>
                  </a:lnTo>
                  <a:lnTo>
                    <a:pt x="10940" y="2568"/>
                  </a:lnTo>
                  <a:cubicBezTo>
                    <a:pt x="10987" y="2732"/>
                    <a:pt x="11150" y="2845"/>
                    <a:pt x="11314" y="2845"/>
                  </a:cubicBezTo>
                  <a:cubicBezTo>
                    <a:pt x="11607" y="2845"/>
                    <a:pt x="11802" y="2552"/>
                    <a:pt x="11704" y="2295"/>
                  </a:cubicBezTo>
                  <a:lnTo>
                    <a:pt x="10858" y="1"/>
                  </a:lnTo>
                  <a:lnTo>
                    <a:pt x="9056" y="2064"/>
                  </a:lnTo>
                  <a:cubicBezTo>
                    <a:pt x="8974" y="2162"/>
                    <a:pt x="8860" y="2213"/>
                    <a:pt x="8743" y="2213"/>
                  </a:cubicBezTo>
                  <a:lnTo>
                    <a:pt x="3040" y="2213"/>
                  </a:lnTo>
                  <a:cubicBezTo>
                    <a:pt x="2911" y="2213"/>
                    <a:pt x="2814" y="2162"/>
                    <a:pt x="2732" y="2064"/>
                  </a:cubicBezTo>
                  <a:lnTo>
                    <a:pt x="9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2757925" y="3679400"/>
              <a:ext cx="23225" cy="17875"/>
            </a:xfrm>
            <a:custGeom>
              <a:avLst/>
              <a:gdLst/>
              <a:ahLst/>
              <a:cxnLst/>
              <a:rect l="l" t="t" r="r" b="b"/>
              <a:pathLst>
                <a:path w="929" h="715" extrusionOk="0">
                  <a:moveTo>
                    <a:pt x="472" y="1"/>
                  </a:moveTo>
                  <a:cubicBezTo>
                    <a:pt x="211" y="1"/>
                    <a:pt x="0" y="211"/>
                    <a:pt x="0" y="473"/>
                  </a:cubicBezTo>
                  <a:lnTo>
                    <a:pt x="0" y="714"/>
                  </a:lnTo>
                  <a:lnTo>
                    <a:pt x="929" y="714"/>
                  </a:lnTo>
                  <a:lnTo>
                    <a:pt x="929" y="473"/>
                  </a:lnTo>
                  <a:cubicBezTo>
                    <a:pt x="929" y="211"/>
                    <a:pt x="718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2855850" y="3679400"/>
              <a:ext cx="23625" cy="17875"/>
            </a:xfrm>
            <a:custGeom>
              <a:avLst/>
              <a:gdLst/>
              <a:ahLst/>
              <a:cxnLst/>
              <a:rect l="l" t="t" r="r" b="b"/>
              <a:pathLst>
                <a:path w="945" h="715" extrusionOk="0">
                  <a:moveTo>
                    <a:pt x="472" y="1"/>
                  </a:moveTo>
                  <a:cubicBezTo>
                    <a:pt x="215" y="1"/>
                    <a:pt x="0" y="211"/>
                    <a:pt x="0" y="473"/>
                  </a:cubicBezTo>
                  <a:lnTo>
                    <a:pt x="0" y="714"/>
                  </a:lnTo>
                  <a:lnTo>
                    <a:pt x="944" y="714"/>
                  </a:lnTo>
                  <a:lnTo>
                    <a:pt x="944" y="473"/>
                  </a:lnTo>
                  <a:cubicBezTo>
                    <a:pt x="944" y="211"/>
                    <a:pt x="733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2703900" y="3625375"/>
              <a:ext cx="98800" cy="71900"/>
            </a:xfrm>
            <a:custGeom>
              <a:avLst/>
              <a:gdLst/>
              <a:ahLst/>
              <a:cxnLst/>
              <a:rect l="l" t="t" r="r" b="b"/>
              <a:pathLst>
                <a:path w="3952" h="2876" extrusionOk="0">
                  <a:moveTo>
                    <a:pt x="2633" y="0"/>
                  </a:moveTo>
                  <a:cubicBezTo>
                    <a:pt x="1170" y="0"/>
                    <a:pt x="0" y="1186"/>
                    <a:pt x="0" y="2634"/>
                  </a:cubicBezTo>
                  <a:lnTo>
                    <a:pt x="0" y="2875"/>
                  </a:lnTo>
                  <a:lnTo>
                    <a:pt x="1334" y="2875"/>
                  </a:lnTo>
                  <a:lnTo>
                    <a:pt x="1334" y="2634"/>
                  </a:lnTo>
                  <a:cubicBezTo>
                    <a:pt x="1334" y="1916"/>
                    <a:pt x="1919" y="1350"/>
                    <a:pt x="2633" y="1350"/>
                  </a:cubicBezTo>
                  <a:cubicBezTo>
                    <a:pt x="2860" y="1350"/>
                    <a:pt x="3090" y="1413"/>
                    <a:pt x="3285" y="1526"/>
                  </a:cubicBezTo>
                  <a:cubicBezTo>
                    <a:pt x="3429" y="1089"/>
                    <a:pt x="3659" y="699"/>
                    <a:pt x="3952" y="355"/>
                  </a:cubicBezTo>
                  <a:cubicBezTo>
                    <a:pt x="3562" y="129"/>
                    <a:pt x="3105" y="0"/>
                    <a:pt x="2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2801800" y="3543150"/>
              <a:ext cx="138225" cy="154125"/>
            </a:xfrm>
            <a:custGeom>
              <a:avLst/>
              <a:gdLst/>
              <a:ahLst/>
              <a:cxnLst/>
              <a:rect l="l" t="t" r="r" b="b"/>
              <a:pathLst>
                <a:path w="5529" h="6165" extrusionOk="0">
                  <a:moveTo>
                    <a:pt x="3095" y="0"/>
                  </a:moveTo>
                  <a:cubicBezTo>
                    <a:pt x="2890" y="0"/>
                    <a:pt x="2713" y="139"/>
                    <a:pt x="2685" y="348"/>
                  </a:cubicBezTo>
                  <a:lnTo>
                    <a:pt x="2197" y="3320"/>
                  </a:lnTo>
                  <a:cubicBezTo>
                    <a:pt x="960" y="3531"/>
                    <a:pt x="1" y="4620"/>
                    <a:pt x="1" y="5923"/>
                  </a:cubicBezTo>
                  <a:lnTo>
                    <a:pt x="1" y="6164"/>
                  </a:lnTo>
                  <a:lnTo>
                    <a:pt x="1351" y="6164"/>
                  </a:lnTo>
                  <a:lnTo>
                    <a:pt x="1351" y="5923"/>
                  </a:lnTo>
                  <a:cubicBezTo>
                    <a:pt x="1351" y="5205"/>
                    <a:pt x="1920" y="4639"/>
                    <a:pt x="2634" y="4639"/>
                  </a:cubicBezTo>
                  <a:cubicBezTo>
                    <a:pt x="3352" y="4639"/>
                    <a:pt x="3918" y="5205"/>
                    <a:pt x="3918" y="5923"/>
                  </a:cubicBezTo>
                  <a:lnTo>
                    <a:pt x="3918" y="6164"/>
                  </a:lnTo>
                  <a:lnTo>
                    <a:pt x="5267" y="6164"/>
                  </a:lnTo>
                  <a:lnTo>
                    <a:pt x="5267" y="5923"/>
                  </a:lnTo>
                  <a:cubicBezTo>
                    <a:pt x="5267" y="5107"/>
                    <a:pt x="4893" y="4378"/>
                    <a:pt x="4308" y="3890"/>
                  </a:cubicBezTo>
                  <a:lnTo>
                    <a:pt x="5447" y="1257"/>
                  </a:lnTo>
                  <a:cubicBezTo>
                    <a:pt x="5529" y="1046"/>
                    <a:pt x="5431" y="800"/>
                    <a:pt x="5221" y="718"/>
                  </a:cubicBezTo>
                  <a:cubicBezTo>
                    <a:pt x="5165" y="693"/>
                    <a:pt x="5107" y="681"/>
                    <a:pt x="5050" y="681"/>
                  </a:cubicBezTo>
                  <a:cubicBezTo>
                    <a:pt x="4892" y="681"/>
                    <a:pt x="4742" y="775"/>
                    <a:pt x="4682" y="933"/>
                  </a:cubicBezTo>
                  <a:lnTo>
                    <a:pt x="3609" y="3469"/>
                  </a:lnTo>
                  <a:cubicBezTo>
                    <a:pt x="3414" y="3402"/>
                    <a:pt x="3235" y="3352"/>
                    <a:pt x="3040" y="3320"/>
                  </a:cubicBezTo>
                  <a:lnTo>
                    <a:pt x="3496" y="477"/>
                  </a:lnTo>
                  <a:cubicBezTo>
                    <a:pt x="3527" y="250"/>
                    <a:pt x="3383" y="36"/>
                    <a:pt x="3157" y="5"/>
                  </a:cubicBezTo>
                  <a:cubicBezTo>
                    <a:pt x="3136" y="2"/>
                    <a:pt x="3115" y="0"/>
                    <a:pt x="30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5_2_1_2_1_1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21"/>
          <p:cNvSpPr/>
          <p:nvPr/>
        </p:nvSpPr>
        <p:spPr>
          <a:xfrm flipH="1">
            <a:off x="308113" y="5721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1"/>
          <p:cNvSpPr/>
          <p:nvPr/>
        </p:nvSpPr>
        <p:spPr>
          <a:xfrm flipH="1">
            <a:off x="8766775" y="44476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1"/>
          <p:cNvSpPr/>
          <p:nvPr/>
        </p:nvSpPr>
        <p:spPr>
          <a:xfrm flipH="1">
            <a:off x="8424000" y="464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1"/>
          <p:cNvSpPr/>
          <p:nvPr/>
        </p:nvSpPr>
        <p:spPr>
          <a:xfrm flipH="1">
            <a:off x="488125" y="2121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1"/>
          <p:cNvSpPr/>
          <p:nvPr/>
        </p:nvSpPr>
        <p:spPr>
          <a:xfrm flipH="1">
            <a:off x="8368488" y="2121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1"/>
          <p:cNvSpPr/>
          <p:nvPr/>
        </p:nvSpPr>
        <p:spPr>
          <a:xfrm flipH="1">
            <a:off x="8655875" y="5400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2" name="Google Shape;362;p21"/>
          <p:cNvGrpSpPr/>
          <p:nvPr/>
        </p:nvGrpSpPr>
        <p:grpSpPr>
          <a:xfrm rot="1049239">
            <a:off x="308066" y="4527769"/>
            <a:ext cx="320606" cy="351131"/>
            <a:chOff x="3171250" y="4212600"/>
            <a:chExt cx="320600" cy="351125"/>
          </a:xfrm>
        </p:grpSpPr>
        <p:sp>
          <p:nvSpPr>
            <p:cNvPr id="363" name="Google Shape;363;p21"/>
            <p:cNvSpPr/>
            <p:nvPr/>
          </p:nvSpPr>
          <p:spPr>
            <a:xfrm>
              <a:off x="3232600" y="4212600"/>
              <a:ext cx="197500" cy="76775"/>
            </a:xfrm>
            <a:custGeom>
              <a:avLst/>
              <a:gdLst/>
              <a:ahLst/>
              <a:cxnLst/>
              <a:rect l="l" t="t" r="r" b="b"/>
              <a:pathLst>
                <a:path w="7900" h="3071" extrusionOk="0">
                  <a:moveTo>
                    <a:pt x="3948" y="0"/>
                  </a:moveTo>
                  <a:cubicBezTo>
                    <a:pt x="1771" y="0"/>
                    <a:pt x="0" y="698"/>
                    <a:pt x="0" y="1541"/>
                  </a:cubicBezTo>
                  <a:cubicBezTo>
                    <a:pt x="0" y="2388"/>
                    <a:pt x="1771" y="3070"/>
                    <a:pt x="3948" y="3070"/>
                  </a:cubicBezTo>
                  <a:cubicBezTo>
                    <a:pt x="6144" y="3070"/>
                    <a:pt x="7900" y="2388"/>
                    <a:pt x="7900" y="1541"/>
                  </a:cubicBezTo>
                  <a:cubicBezTo>
                    <a:pt x="7900" y="698"/>
                    <a:pt x="6144" y="0"/>
                    <a:pt x="39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3171250" y="4275975"/>
              <a:ext cx="320600" cy="287750"/>
            </a:xfrm>
            <a:custGeom>
              <a:avLst/>
              <a:gdLst/>
              <a:ahLst/>
              <a:cxnLst/>
              <a:rect l="l" t="t" r="r" b="b"/>
              <a:pathLst>
                <a:path w="12824" h="11510" extrusionOk="0">
                  <a:moveTo>
                    <a:pt x="10791" y="3266"/>
                  </a:moveTo>
                  <a:cubicBezTo>
                    <a:pt x="10924" y="3414"/>
                    <a:pt x="11083" y="3527"/>
                    <a:pt x="11263" y="3590"/>
                  </a:cubicBezTo>
                  <a:lnTo>
                    <a:pt x="11263" y="7706"/>
                  </a:lnTo>
                  <a:lnTo>
                    <a:pt x="10338" y="7706"/>
                  </a:lnTo>
                  <a:lnTo>
                    <a:pt x="10338" y="7378"/>
                  </a:lnTo>
                  <a:cubicBezTo>
                    <a:pt x="10467" y="7315"/>
                    <a:pt x="10549" y="7167"/>
                    <a:pt x="10549" y="7023"/>
                  </a:cubicBezTo>
                  <a:cubicBezTo>
                    <a:pt x="10549" y="6793"/>
                    <a:pt x="10370" y="6598"/>
                    <a:pt x="10143" y="6598"/>
                  </a:cubicBezTo>
                  <a:lnTo>
                    <a:pt x="9702" y="6598"/>
                  </a:lnTo>
                  <a:cubicBezTo>
                    <a:pt x="9476" y="6598"/>
                    <a:pt x="9297" y="6793"/>
                    <a:pt x="9297" y="7023"/>
                  </a:cubicBezTo>
                  <a:cubicBezTo>
                    <a:pt x="9297" y="7167"/>
                    <a:pt x="9379" y="7315"/>
                    <a:pt x="9507" y="7378"/>
                  </a:cubicBezTo>
                  <a:lnTo>
                    <a:pt x="9507" y="7706"/>
                  </a:lnTo>
                  <a:lnTo>
                    <a:pt x="8353" y="7706"/>
                  </a:lnTo>
                  <a:lnTo>
                    <a:pt x="8353" y="7378"/>
                  </a:lnTo>
                  <a:cubicBezTo>
                    <a:pt x="8485" y="7315"/>
                    <a:pt x="8583" y="7167"/>
                    <a:pt x="8583" y="7023"/>
                  </a:cubicBezTo>
                  <a:cubicBezTo>
                    <a:pt x="8583" y="6793"/>
                    <a:pt x="8388" y="6598"/>
                    <a:pt x="8158" y="6598"/>
                  </a:cubicBezTo>
                  <a:lnTo>
                    <a:pt x="7721" y="6598"/>
                  </a:lnTo>
                  <a:cubicBezTo>
                    <a:pt x="7494" y="6598"/>
                    <a:pt x="7315" y="6793"/>
                    <a:pt x="7315" y="7023"/>
                  </a:cubicBezTo>
                  <a:cubicBezTo>
                    <a:pt x="7315" y="7167"/>
                    <a:pt x="7412" y="7315"/>
                    <a:pt x="7541" y="7378"/>
                  </a:cubicBezTo>
                  <a:lnTo>
                    <a:pt x="7541" y="7706"/>
                  </a:lnTo>
                  <a:lnTo>
                    <a:pt x="5950" y="7706"/>
                  </a:lnTo>
                  <a:lnTo>
                    <a:pt x="5950" y="6843"/>
                  </a:lnTo>
                  <a:cubicBezTo>
                    <a:pt x="5950" y="6613"/>
                    <a:pt x="5755" y="6438"/>
                    <a:pt x="5524" y="6438"/>
                  </a:cubicBezTo>
                  <a:lnTo>
                    <a:pt x="3964" y="6438"/>
                  </a:lnTo>
                  <a:lnTo>
                    <a:pt x="3964" y="6192"/>
                  </a:lnTo>
                  <a:cubicBezTo>
                    <a:pt x="3964" y="5966"/>
                    <a:pt x="3788" y="5786"/>
                    <a:pt x="3558" y="5786"/>
                  </a:cubicBezTo>
                  <a:cubicBezTo>
                    <a:pt x="3332" y="5786"/>
                    <a:pt x="3152" y="5966"/>
                    <a:pt x="3152" y="6192"/>
                  </a:cubicBezTo>
                  <a:lnTo>
                    <a:pt x="3152" y="6438"/>
                  </a:lnTo>
                  <a:lnTo>
                    <a:pt x="2680" y="6438"/>
                  </a:lnTo>
                  <a:cubicBezTo>
                    <a:pt x="2454" y="6438"/>
                    <a:pt x="2275" y="6613"/>
                    <a:pt x="2275" y="6843"/>
                  </a:cubicBezTo>
                  <a:lnTo>
                    <a:pt x="2275" y="7706"/>
                  </a:lnTo>
                  <a:lnTo>
                    <a:pt x="1561" y="7706"/>
                  </a:lnTo>
                  <a:lnTo>
                    <a:pt x="1561" y="3590"/>
                  </a:lnTo>
                  <a:cubicBezTo>
                    <a:pt x="1740" y="3527"/>
                    <a:pt x="1900" y="3414"/>
                    <a:pt x="2013" y="3266"/>
                  </a:cubicBezTo>
                  <a:cubicBezTo>
                    <a:pt x="2249" y="3535"/>
                    <a:pt x="2575" y="3670"/>
                    <a:pt x="2898" y="3670"/>
                  </a:cubicBezTo>
                  <a:cubicBezTo>
                    <a:pt x="3222" y="3670"/>
                    <a:pt x="3543" y="3535"/>
                    <a:pt x="3769" y="3266"/>
                  </a:cubicBezTo>
                  <a:cubicBezTo>
                    <a:pt x="4005" y="3535"/>
                    <a:pt x="4331" y="3670"/>
                    <a:pt x="4654" y="3670"/>
                  </a:cubicBezTo>
                  <a:cubicBezTo>
                    <a:pt x="4977" y="3670"/>
                    <a:pt x="5298" y="3535"/>
                    <a:pt x="5524" y="3266"/>
                  </a:cubicBezTo>
                  <a:cubicBezTo>
                    <a:pt x="5760" y="3535"/>
                    <a:pt x="6086" y="3670"/>
                    <a:pt x="6409" y="3670"/>
                  </a:cubicBezTo>
                  <a:cubicBezTo>
                    <a:pt x="6733" y="3670"/>
                    <a:pt x="7054" y="3535"/>
                    <a:pt x="7280" y="3266"/>
                  </a:cubicBezTo>
                  <a:cubicBezTo>
                    <a:pt x="7516" y="3535"/>
                    <a:pt x="7842" y="3670"/>
                    <a:pt x="8165" y="3670"/>
                  </a:cubicBezTo>
                  <a:cubicBezTo>
                    <a:pt x="8488" y="3670"/>
                    <a:pt x="8809" y="3535"/>
                    <a:pt x="9035" y="3266"/>
                  </a:cubicBezTo>
                  <a:cubicBezTo>
                    <a:pt x="9271" y="3535"/>
                    <a:pt x="9597" y="3670"/>
                    <a:pt x="9920" y="3670"/>
                  </a:cubicBezTo>
                  <a:cubicBezTo>
                    <a:pt x="10244" y="3670"/>
                    <a:pt x="10565" y="3535"/>
                    <a:pt x="10791" y="3266"/>
                  </a:cubicBezTo>
                  <a:close/>
                  <a:moveTo>
                    <a:pt x="1690" y="9200"/>
                  </a:moveTo>
                  <a:cubicBezTo>
                    <a:pt x="1916" y="9200"/>
                    <a:pt x="2095" y="9379"/>
                    <a:pt x="2095" y="9605"/>
                  </a:cubicBezTo>
                  <a:cubicBezTo>
                    <a:pt x="2095" y="9832"/>
                    <a:pt x="1916" y="10011"/>
                    <a:pt x="1690" y="10011"/>
                  </a:cubicBezTo>
                  <a:cubicBezTo>
                    <a:pt x="1463" y="10011"/>
                    <a:pt x="1284" y="9832"/>
                    <a:pt x="1284" y="9605"/>
                  </a:cubicBezTo>
                  <a:cubicBezTo>
                    <a:pt x="1284" y="9379"/>
                    <a:pt x="1463" y="9200"/>
                    <a:pt x="1690" y="9200"/>
                  </a:cubicBezTo>
                  <a:close/>
                  <a:moveTo>
                    <a:pt x="11134" y="9200"/>
                  </a:moveTo>
                  <a:cubicBezTo>
                    <a:pt x="11360" y="9200"/>
                    <a:pt x="11540" y="9379"/>
                    <a:pt x="11540" y="9605"/>
                  </a:cubicBezTo>
                  <a:cubicBezTo>
                    <a:pt x="11540" y="9832"/>
                    <a:pt x="11360" y="10011"/>
                    <a:pt x="11134" y="10011"/>
                  </a:cubicBezTo>
                  <a:cubicBezTo>
                    <a:pt x="10908" y="10011"/>
                    <a:pt x="10713" y="9832"/>
                    <a:pt x="10713" y="9605"/>
                  </a:cubicBezTo>
                  <a:cubicBezTo>
                    <a:pt x="10713" y="9379"/>
                    <a:pt x="10908" y="9200"/>
                    <a:pt x="11134" y="9200"/>
                  </a:cubicBezTo>
                  <a:close/>
                  <a:moveTo>
                    <a:pt x="2013" y="1"/>
                  </a:moveTo>
                  <a:lnTo>
                    <a:pt x="160" y="730"/>
                  </a:lnTo>
                  <a:cubicBezTo>
                    <a:pt x="63" y="762"/>
                    <a:pt x="0" y="859"/>
                    <a:pt x="0" y="976"/>
                  </a:cubicBezTo>
                  <a:lnTo>
                    <a:pt x="0" y="2517"/>
                  </a:lnTo>
                  <a:cubicBezTo>
                    <a:pt x="0" y="3005"/>
                    <a:pt x="293" y="3430"/>
                    <a:pt x="730" y="3590"/>
                  </a:cubicBezTo>
                  <a:lnTo>
                    <a:pt x="730" y="7706"/>
                  </a:lnTo>
                  <a:lnTo>
                    <a:pt x="488" y="7706"/>
                  </a:lnTo>
                  <a:cubicBezTo>
                    <a:pt x="258" y="7706"/>
                    <a:pt x="82" y="7881"/>
                    <a:pt x="82" y="8111"/>
                  </a:cubicBezTo>
                  <a:lnTo>
                    <a:pt x="82" y="11100"/>
                  </a:lnTo>
                  <a:cubicBezTo>
                    <a:pt x="82" y="11330"/>
                    <a:pt x="258" y="11509"/>
                    <a:pt x="488" y="11509"/>
                  </a:cubicBezTo>
                  <a:lnTo>
                    <a:pt x="12336" y="11509"/>
                  </a:lnTo>
                  <a:cubicBezTo>
                    <a:pt x="12566" y="11509"/>
                    <a:pt x="12741" y="11330"/>
                    <a:pt x="12741" y="11100"/>
                  </a:cubicBezTo>
                  <a:lnTo>
                    <a:pt x="12741" y="8111"/>
                  </a:lnTo>
                  <a:cubicBezTo>
                    <a:pt x="12741" y="7881"/>
                    <a:pt x="12566" y="7706"/>
                    <a:pt x="12336" y="7706"/>
                  </a:cubicBezTo>
                  <a:lnTo>
                    <a:pt x="12094" y="7706"/>
                  </a:lnTo>
                  <a:lnTo>
                    <a:pt x="12094" y="3590"/>
                  </a:lnTo>
                  <a:cubicBezTo>
                    <a:pt x="12515" y="3430"/>
                    <a:pt x="12823" y="3005"/>
                    <a:pt x="12823" y="2517"/>
                  </a:cubicBezTo>
                  <a:lnTo>
                    <a:pt x="12823" y="976"/>
                  </a:lnTo>
                  <a:cubicBezTo>
                    <a:pt x="12823" y="859"/>
                    <a:pt x="12761" y="762"/>
                    <a:pt x="12644" y="730"/>
                  </a:cubicBezTo>
                  <a:lnTo>
                    <a:pt x="10791" y="1"/>
                  </a:lnTo>
                  <a:cubicBezTo>
                    <a:pt x="10036" y="910"/>
                    <a:pt x="8220" y="1364"/>
                    <a:pt x="6404" y="1364"/>
                  </a:cubicBezTo>
                  <a:cubicBezTo>
                    <a:pt x="4587" y="1364"/>
                    <a:pt x="2770" y="910"/>
                    <a:pt x="20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21"/>
          <p:cNvSpPr/>
          <p:nvPr/>
        </p:nvSpPr>
        <p:spPr>
          <a:xfrm flipH="1">
            <a:off x="8835863" y="47833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1"/>
          <p:cNvSpPr/>
          <p:nvPr/>
        </p:nvSpPr>
        <p:spPr>
          <a:xfrm flipH="1">
            <a:off x="262725" y="41443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>
            <a:spLocks noGrp="1"/>
          </p:cNvSpPr>
          <p:nvPr>
            <p:ph type="title"/>
          </p:nvPr>
        </p:nvSpPr>
        <p:spPr>
          <a:xfrm>
            <a:off x="713313" y="1704975"/>
            <a:ext cx="38589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subTitle" idx="1"/>
          </p:nvPr>
        </p:nvSpPr>
        <p:spPr>
          <a:xfrm>
            <a:off x="713150" y="2762859"/>
            <a:ext cx="38589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/>
              <a:buChar char="■"/>
              <a:defRPr sz="2100"/>
            </a:lvl9pPr>
          </a:lstStyle>
          <a:p>
            <a:endParaRPr/>
          </a:p>
        </p:txBody>
      </p:sp>
      <p:sp>
        <p:nvSpPr>
          <p:cNvPr id="388" name="Google Shape;388;p24"/>
          <p:cNvSpPr>
            <a:spLocks noGrp="1"/>
          </p:cNvSpPr>
          <p:nvPr>
            <p:ph type="pic" idx="2"/>
          </p:nvPr>
        </p:nvSpPr>
        <p:spPr>
          <a:xfrm>
            <a:off x="5027350" y="370050"/>
            <a:ext cx="3748200" cy="44034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24"/>
          <p:cNvSpPr/>
          <p:nvPr/>
        </p:nvSpPr>
        <p:spPr>
          <a:xfrm flipH="1">
            <a:off x="344613" y="41018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4"/>
          <p:cNvSpPr/>
          <p:nvPr/>
        </p:nvSpPr>
        <p:spPr>
          <a:xfrm flipH="1">
            <a:off x="344625" y="47319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4"/>
          <p:cNvSpPr/>
          <p:nvPr/>
        </p:nvSpPr>
        <p:spPr>
          <a:xfrm flipH="1">
            <a:off x="765275" y="4558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4"/>
          <p:cNvSpPr/>
          <p:nvPr/>
        </p:nvSpPr>
        <p:spPr>
          <a:xfrm flipH="1">
            <a:off x="713325" y="3700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3" name="Google Shape;393;p24"/>
          <p:cNvGrpSpPr/>
          <p:nvPr/>
        </p:nvGrpSpPr>
        <p:grpSpPr>
          <a:xfrm rot="1647454">
            <a:off x="320477" y="467314"/>
            <a:ext cx="228293" cy="351234"/>
            <a:chOff x="4235350" y="238125"/>
            <a:chExt cx="540925" cy="832225"/>
          </a:xfrm>
        </p:grpSpPr>
        <p:sp>
          <p:nvSpPr>
            <p:cNvPr id="394" name="Google Shape;394;p24"/>
            <p:cNvSpPr/>
            <p:nvPr/>
          </p:nvSpPr>
          <p:spPr>
            <a:xfrm>
              <a:off x="4335325" y="433175"/>
              <a:ext cx="438900" cy="97550"/>
            </a:xfrm>
            <a:custGeom>
              <a:avLst/>
              <a:gdLst/>
              <a:ahLst/>
              <a:cxnLst/>
              <a:rect l="l" t="t" r="r" b="b"/>
              <a:pathLst>
                <a:path w="17556" h="3902" extrusionOk="0">
                  <a:moveTo>
                    <a:pt x="1951" y="0"/>
                  </a:moveTo>
                  <a:cubicBezTo>
                    <a:pt x="863" y="0"/>
                    <a:pt x="0" y="878"/>
                    <a:pt x="0" y="1951"/>
                  </a:cubicBezTo>
                  <a:cubicBezTo>
                    <a:pt x="0" y="3024"/>
                    <a:pt x="863" y="3901"/>
                    <a:pt x="1951" y="3901"/>
                  </a:cubicBezTo>
                  <a:lnTo>
                    <a:pt x="15605" y="3901"/>
                  </a:lnTo>
                  <a:cubicBezTo>
                    <a:pt x="16678" y="3901"/>
                    <a:pt x="17556" y="3024"/>
                    <a:pt x="17556" y="1951"/>
                  </a:cubicBezTo>
                  <a:cubicBezTo>
                    <a:pt x="17556" y="878"/>
                    <a:pt x="16678" y="0"/>
                    <a:pt x="15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4333275" y="579475"/>
              <a:ext cx="443000" cy="490875"/>
            </a:xfrm>
            <a:custGeom>
              <a:avLst/>
              <a:gdLst/>
              <a:ahLst/>
              <a:cxnLst/>
              <a:rect l="l" t="t" r="r" b="b"/>
              <a:pathLst>
                <a:path w="17720" h="19635" extrusionOk="0">
                  <a:moveTo>
                    <a:pt x="1155" y="0"/>
                  </a:moveTo>
                  <a:cubicBezTo>
                    <a:pt x="636" y="1042"/>
                    <a:pt x="313" y="2294"/>
                    <a:pt x="180" y="3690"/>
                  </a:cubicBezTo>
                  <a:cubicBezTo>
                    <a:pt x="1" y="5867"/>
                    <a:pt x="359" y="8146"/>
                    <a:pt x="1171" y="10127"/>
                  </a:cubicBezTo>
                  <a:cubicBezTo>
                    <a:pt x="1838" y="11754"/>
                    <a:pt x="2829" y="13120"/>
                    <a:pt x="4034" y="14075"/>
                  </a:cubicBezTo>
                  <a:cubicBezTo>
                    <a:pt x="4861" y="14727"/>
                    <a:pt x="5774" y="15199"/>
                    <a:pt x="6781" y="15476"/>
                  </a:cubicBezTo>
                  <a:lnTo>
                    <a:pt x="4276" y="17976"/>
                  </a:lnTo>
                  <a:cubicBezTo>
                    <a:pt x="3984" y="18253"/>
                    <a:pt x="3902" y="18679"/>
                    <a:pt x="4066" y="19034"/>
                  </a:cubicBezTo>
                  <a:cubicBezTo>
                    <a:pt x="4214" y="19393"/>
                    <a:pt x="4569" y="19634"/>
                    <a:pt x="4959" y="19634"/>
                  </a:cubicBezTo>
                  <a:lnTo>
                    <a:pt x="12761" y="19634"/>
                  </a:lnTo>
                  <a:cubicBezTo>
                    <a:pt x="13151" y="19634"/>
                    <a:pt x="13510" y="19393"/>
                    <a:pt x="13674" y="19034"/>
                  </a:cubicBezTo>
                  <a:cubicBezTo>
                    <a:pt x="13818" y="18679"/>
                    <a:pt x="13736" y="18253"/>
                    <a:pt x="13444" y="17976"/>
                  </a:cubicBezTo>
                  <a:lnTo>
                    <a:pt x="10943" y="15460"/>
                  </a:lnTo>
                  <a:cubicBezTo>
                    <a:pt x="13397" y="14793"/>
                    <a:pt x="15394" y="12925"/>
                    <a:pt x="16565" y="10112"/>
                  </a:cubicBezTo>
                  <a:cubicBezTo>
                    <a:pt x="17380" y="8146"/>
                    <a:pt x="17720" y="5867"/>
                    <a:pt x="17540" y="3690"/>
                  </a:cubicBezTo>
                  <a:cubicBezTo>
                    <a:pt x="17427" y="2294"/>
                    <a:pt x="17088" y="1042"/>
                    <a:pt x="16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4235350" y="266875"/>
              <a:ext cx="197525" cy="117550"/>
            </a:xfrm>
            <a:custGeom>
              <a:avLst/>
              <a:gdLst/>
              <a:ahLst/>
              <a:cxnLst/>
              <a:rect l="l" t="t" r="r" b="b"/>
              <a:pathLst>
                <a:path w="7901" h="4702" extrusionOk="0">
                  <a:moveTo>
                    <a:pt x="2999" y="0"/>
                  </a:moveTo>
                  <a:cubicBezTo>
                    <a:pt x="2048" y="0"/>
                    <a:pt x="1098" y="362"/>
                    <a:pt x="375" y="1093"/>
                  </a:cubicBezTo>
                  <a:cubicBezTo>
                    <a:pt x="1" y="1468"/>
                    <a:pt x="1" y="2084"/>
                    <a:pt x="375" y="2474"/>
                  </a:cubicBezTo>
                  <a:cubicBezTo>
                    <a:pt x="570" y="2661"/>
                    <a:pt x="822" y="2755"/>
                    <a:pt x="1072" y="2755"/>
                  </a:cubicBezTo>
                  <a:cubicBezTo>
                    <a:pt x="1321" y="2755"/>
                    <a:pt x="1569" y="2661"/>
                    <a:pt x="1756" y="2474"/>
                  </a:cubicBezTo>
                  <a:cubicBezTo>
                    <a:pt x="2097" y="2128"/>
                    <a:pt x="2538" y="1961"/>
                    <a:pt x="2983" y="1961"/>
                  </a:cubicBezTo>
                  <a:cubicBezTo>
                    <a:pt x="3369" y="1961"/>
                    <a:pt x="3757" y="2087"/>
                    <a:pt x="4081" y="2330"/>
                  </a:cubicBezTo>
                  <a:cubicBezTo>
                    <a:pt x="4050" y="2474"/>
                    <a:pt x="3999" y="2607"/>
                    <a:pt x="3999" y="2751"/>
                  </a:cubicBezTo>
                  <a:cubicBezTo>
                    <a:pt x="3999" y="3824"/>
                    <a:pt x="4862" y="4702"/>
                    <a:pt x="5950" y="4702"/>
                  </a:cubicBezTo>
                  <a:cubicBezTo>
                    <a:pt x="7023" y="4702"/>
                    <a:pt x="7901" y="3824"/>
                    <a:pt x="7901" y="2751"/>
                  </a:cubicBezTo>
                  <a:cubicBezTo>
                    <a:pt x="7901" y="1678"/>
                    <a:pt x="7023" y="801"/>
                    <a:pt x="5950" y="801"/>
                  </a:cubicBezTo>
                  <a:cubicBezTo>
                    <a:pt x="5755" y="801"/>
                    <a:pt x="5595" y="867"/>
                    <a:pt x="5431" y="898"/>
                  </a:cubicBezTo>
                  <a:cubicBezTo>
                    <a:pt x="4734" y="301"/>
                    <a:pt x="3866" y="0"/>
                    <a:pt x="29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4467875" y="238125"/>
              <a:ext cx="258475" cy="146300"/>
            </a:xfrm>
            <a:custGeom>
              <a:avLst/>
              <a:gdLst/>
              <a:ahLst/>
              <a:cxnLst/>
              <a:rect l="l" t="t" r="r" b="b"/>
              <a:pathLst>
                <a:path w="10339" h="5852" extrusionOk="0">
                  <a:moveTo>
                    <a:pt x="1525" y="0"/>
                  </a:moveTo>
                  <a:cubicBezTo>
                    <a:pt x="975" y="0"/>
                    <a:pt x="550" y="441"/>
                    <a:pt x="550" y="975"/>
                  </a:cubicBezTo>
                  <a:cubicBezTo>
                    <a:pt x="550" y="1514"/>
                    <a:pt x="975" y="1951"/>
                    <a:pt x="1525" y="1951"/>
                  </a:cubicBezTo>
                  <a:lnTo>
                    <a:pt x="3476" y="1951"/>
                  </a:lnTo>
                  <a:cubicBezTo>
                    <a:pt x="4014" y="1951"/>
                    <a:pt x="4451" y="2391"/>
                    <a:pt x="4451" y="2926"/>
                  </a:cubicBezTo>
                  <a:cubicBezTo>
                    <a:pt x="4451" y="3464"/>
                    <a:pt x="4014" y="3901"/>
                    <a:pt x="3476" y="3901"/>
                  </a:cubicBezTo>
                  <a:lnTo>
                    <a:pt x="1525" y="3901"/>
                  </a:lnTo>
                  <a:cubicBezTo>
                    <a:pt x="1186" y="3901"/>
                    <a:pt x="858" y="3967"/>
                    <a:pt x="535" y="4049"/>
                  </a:cubicBezTo>
                  <a:cubicBezTo>
                    <a:pt x="503" y="4697"/>
                    <a:pt x="308" y="5317"/>
                    <a:pt x="0" y="5852"/>
                  </a:cubicBezTo>
                  <a:lnTo>
                    <a:pt x="10174" y="5852"/>
                  </a:lnTo>
                  <a:cubicBezTo>
                    <a:pt x="10287" y="5267"/>
                    <a:pt x="10338" y="4666"/>
                    <a:pt x="10221" y="4065"/>
                  </a:cubicBezTo>
                  <a:cubicBezTo>
                    <a:pt x="9851" y="1756"/>
                    <a:pt x="7705" y="0"/>
                    <a:pt x="5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0_1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6" name="Google Shape;506;p29"/>
          <p:cNvSpPr txBox="1">
            <a:spLocks noGrp="1"/>
          </p:cNvSpPr>
          <p:nvPr>
            <p:ph type="subTitle" idx="1"/>
          </p:nvPr>
        </p:nvSpPr>
        <p:spPr>
          <a:xfrm>
            <a:off x="4031100" y="1665173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369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7" name="Google Shape;507;p29"/>
          <p:cNvSpPr txBox="1">
            <a:spLocks noGrp="1"/>
          </p:cNvSpPr>
          <p:nvPr>
            <p:ph type="subTitle" idx="2"/>
          </p:nvPr>
        </p:nvSpPr>
        <p:spPr>
          <a:xfrm>
            <a:off x="4031200" y="2531074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6427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8" name="Google Shape;508;p29"/>
          <p:cNvSpPr txBox="1">
            <a:spLocks noGrp="1"/>
          </p:cNvSpPr>
          <p:nvPr>
            <p:ph type="subTitle" idx="3"/>
          </p:nvPr>
        </p:nvSpPr>
        <p:spPr>
          <a:xfrm>
            <a:off x="4030925" y="3396974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369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9" name="Google Shape;509;p29"/>
          <p:cNvSpPr txBox="1">
            <a:spLocks noGrp="1"/>
          </p:cNvSpPr>
          <p:nvPr>
            <p:ph type="subTitle" idx="4"/>
          </p:nvPr>
        </p:nvSpPr>
        <p:spPr>
          <a:xfrm>
            <a:off x="4030975" y="4262875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73577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0" name="Google Shape;510;p29"/>
          <p:cNvSpPr txBox="1">
            <a:spLocks noGrp="1"/>
          </p:cNvSpPr>
          <p:nvPr>
            <p:ph type="subTitle" idx="5"/>
          </p:nvPr>
        </p:nvSpPr>
        <p:spPr>
          <a:xfrm>
            <a:off x="4030851" y="1333525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29"/>
          <p:cNvSpPr txBox="1">
            <a:spLocks noGrp="1"/>
          </p:cNvSpPr>
          <p:nvPr>
            <p:ph type="subTitle" idx="6"/>
          </p:nvPr>
        </p:nvSpPr>
        <p:spPr>
          <a:xfrm>
            <a:off x="4030844" y="2195076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29"/>
          <p:cNvSpPr txBox="1">
            <a:spLocks noGrp="1"/>
          </p:cNvSpPr>
          <p:nvPr>
            <p:ph type="subTitle" idx="7"/>
          </p:nvPr>
        </p:nvSpPr>
        <p:spPr>
          <a:xfrm>
            <a:off x="4030851" y="3056627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29"/>
          <p:cNvSpPr txBox="1">
            <a:spLocks noGrp="1"/>
          </p:cNvSpPr>
          <p:nvPr>
            <p:ph type="subTitle" idx="8"/>
          </p:nvPr>
        </p:nvSpPr>
        <p:spPr>
          <a:xfrm>
            <a:off x="4030844" y="3918179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29"/>
          <p:cNvSpPr>
            <a:spLocks noGrp="1"/>
          </p:cNvSpPr>
          <p:nvPr>
            <p:ph type="pic" idx="9"/>
          </p:nvPr>
        </p:nvSpPr>
        <p:spPr>
          <a:xfrm>
            <a:off x="0" y="0"/>
            <a:ext cx="27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29"/>
          <p:cNvSpPr/>
          <p:nvPr/>
        </p:nvSpPr>
        <p:spPr>
          <a:xfrm flipH="1">
            <a:off x="7912213" y="2635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29"/>
          <p:cNvSpPr/>
          <p:nvPr/>
        </p:nvSpPr>
        <p:spPr>
          <a:xfrm flipH="1">
            <a:off x="8467050" y="43167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9"/>
          <p:cNvSpPr/>
          <p:nvPr/>
        </p:nvSpPr>
        <p:spPr>
          <a:xfrm flipH="1">
            <a:off x="8467050" y="130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29"/>
          <p:cNvGrpSpPr/>
          <p:nvPr/>
        </p:nvGrpSpPr>
        <p:grpSpPr>
          <a:xfrm rot="1428255">
            <a:off x="8218462" y="811664"/>
            <a:ext cx="351139" cy="327989"/>
            <a:chOff x="4166025" y="2933700"/>
            <a:chExt cx="351150" cy="328000"/>
          </a:xfrm>
        </p:grpSpPr>
        <p:sp>
          <p:nvSpPr>
            <p:cNvPr id="519" name="Google Shape;519;p29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29"/>
          <p:cNvGrpSpPr/>
          <p:nvPr/>
        </p:nvGrpSpPr>
        <p:grpSpPr>
          <a:xfrm rot="-1123707">
            <a:off x="8116199" y="4603448"/>
            <a:ext cx="351143" cy="207286"/>
            <a:chOff x="2642925" y="4284475"/>
            <a:chExt cx="351125" cy="207275"/>
          </a:xfrm>
        </p:grpSpPr>
        <p:sp>
          <p:nvSpPr>
            <p:cNvPr id="526" name="Google Shape;526;p29"/>
            <p:cNvSpPr/>
            <p:nvPr/>
          </p:nvSpPr>
          <p:spPr>
            <a:xfrm>
              <a:off x="2888425" y="4349900"/>
              <a:ext cx="23525" cy="23150"/>
            </a:xfrm>
            <a:custGeom>
              <a:avLst/>
              <a:gdLst/>
              <a:ahLst/>
              <a:cxnLst/>
              <a:rect l="l" t="t" r="r" b="b"/>
              <a:pathLst>
                <a:path w="941" h="926" extrusionOk="0">
                  <a:moveTo>
                    <a:pt x="472" y="1"/>
                  </a:moveTo>
                  <a:cubicBezTo>
                    <a:pt x="211" y="1"/>
                    <a:pt x="0" y="212"/>
                    <a:pt x="0" y="457"/>
                  </a:cubicBezTo>
                  <a:cubicBezTo>
                    <a:pt x="0" y="715"/>
                    <a:pt x="211" y="925"/>
                    <a:pt x="472" y="925"/>
                  </a:cubicBezTo>
                  <a:cubicBezTo>
                    <a:pt x="730" y="925"/>
                    <a:pt x="940" y="715"/>
                    <a:pt x="940" y="457"/>
                  </a:cubicBezTo>
                  <a:cubicBezTo>
                    <a:pt x="940" y="212"/>
                    <a:pt x="730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2829025" y="4284475"/>
              <a:ext cx="142700" cy="142700"/>
            </a:xfrm>
            <a:custGeom>
              <a:avLst/>
              <a:gdLst/>
              <a:ahLst/>
              <a:cxnLst/>
              <a:rect l="l" t="t" r="r" b="b"/>
              <a:pathLst>
                <a:path w="5708" h="5708" extrusionOk="0">
                  <a:moveTo>
                    <a:pt x="2848" y="1787"/>
                  </a:moveTo>
                  <a:cubicBezTo>
                    <a:pt x="3562" y="1787"/>
                    <a:pt x="4132" y="2372"/>
                    <a:pt x="4132" y="3074"/>
                  </a:cubicBezTo>
                  <a:cubicBezTo>
                    <a:pt x="4132" y="3788"/>
                    <a:pt x="3562" y="4373"/>
                    <a:pt x="2848" y="4373"/>
                  </a:cubicBezTo>
                  <a:cubicBezTo>
                    <a:pt x="2130" y="4373"/>
                    <a:pt x="1561" y="3788"/>
                    <a:pt x="1561" y="3074"/>
                  </a:cubicBezTo>
                  <a:cubicBezTo>
                    <a:pt x="1561" y="2372"/>
                    <a:pt x="2130" y="1787"/>
                    <a:pt x="2848" y="1787"/>
                  </a:cubicBezTo>
                  <a:close/>
                  <a:moveTo>
                    <a:pt x="2848" y="0"/>
                  </a:moveTo>
                  <a:cubicBezTo>
                    <a:pt x="1596" y="0"/>
                    <a:pt x="0" y="2505"/>
                    <a:pt x="0" y="4178"/>
                  </a:cubicBezTo>
                  <a:cubicBezTo>
                    <a:pt x="0" y="5364"/>
                    <a:pt x="976" y="5708"/>
                    <a:pt x="2848" y="5708"/>
                  </a:cubicBezTo>
                  <a:cubicBezTo>
                    <a:pt x="4717" y="5708"/>
                    <a:pt x="5708" y="5364"/>
                    <a:pt x="5708" y="4178"/>
                  </a:cubicBezTo>
                  <a:cubicBezTo>
                    <a:pt x="5708" y="2602"/>
                    <a:pt x="4178" y="0"/>
                    <a:pt x="2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2642925" y="4447825"/>
              <a:ext cx="351125" cy="43925"/>
            </a:xfrm>
            <a:custGeom>
              <a:avLst/>
              <a:gdLst/>
              <a:ahLst/>
              <a:cxnLst/>
              <a:rect l="l" t="t" r="r" b="b"/>
              <a:pathLst>
                <a:path w="14045" h="1757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350"/>
                  </a:lnTo>
                  <a:cubicBezTo>
                    <a:pt x="1" y="1577"/>
                    <a:pt x="196" y="1756"/>
                    <a:pt x="422" y="1756"/>
                  </a:cubicBezTo>
                  <a:lnTo>
                    <a:pt x="13639" y="1756"/>
                  </a:lnTo>
                  <a:cubicBezTo>
                    <a:pt x="13866" y="1756"/>
                    <a:pt x="14045" y="1577"/>
                    <a:pt x="14045" y="1350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2983900" y="4447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2719775" y="4382775"/>
              <a:ext cx="34550" cy="44575"/>
            </a:xfrm>
            <a:custGeom>
              <a:avLst/>
              <a:gdLst/>
              <a:ahLst/>
              <a:cxnLst/>
              <a:rect l="l" t="t" r="r" b="b"/>
              <a:pathLst>
                <a:path w="1382" h="1783" extrusionOk="0">
                  <a:moveTo>
                    <a:pt x="1" y="1"/>
                  </a:moveTo>
                  <a:lnTo>
                    <a:pt x="1" y="1756"/>
                  </a:lnTo>
                  <a:cubicBezTo>
                    <a:pt x="212" y="1774"/>
                    <a:pt x="451" y="1782"/>
                    <a:pt x="690" y="1782"/>
                  </a:cubicBezTo>
                  <a:cubicBezTo>
                    <a:pt x="929" y="1782"/>
                    <a:pt x="1169" y="1774"/>
                    <a:pt x="1382" y="1756"/>
                  </a:cubicBezTo>
                  <a:lnTo>
                    <a:pt x="13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2665650" y="4284475"/>
              <a:ext cx="142725" cy="139775"/>
            </a:xfrm>
            <a:custGeom>
              <a:avLst/>
              <a:gdLst/>
              <a:ahLst/>
              <a:cxnLst/>
              <a:rect l="l" t="t" r="r" b="b"/>
              <a:pathLst>
                <a:path w="5709" h="5591" extrusionOk="0">
                  <a:moveTo>
                    <a:pt x="2849" y="0"/>
                  </a:moveTo>
                  <a:cubicBezTo>
                    <a:pt x="1612" y="0"/>
                    <a:pt x="1" y="2505"/>
                    <a:pt x="1" y="4178"/>
                  </a:cubicBezTo>
                  <a:cubicBezTo>
                    <a:pt x="1" y="4990"/>
                    <a:pt x="457" y="5396"/>
                    <a:pt x="1351" y="5591"/>
                  </a:cubicBezTo>
                  <a:lnTo>
                    <a:pt x="1351" y="3511"/>
                  </a:lnTo>
                  <a:cubicBezTo>
                    <a:pt x="1351" y="3301"/>
                    <a:pt x="1530" y="3106"/>
                    <a:pt x="1756" y="3106"/>
                  </a:cubicBezTo>
                  <a:lnTo>
                    <a:pt x="3953" y="3106"/>
                  </a:lnTo>
                  <a:cubicBezTo>
                    <a:pt x="4179" y="3106"/>
                    <a:pt x="4358" y="3301"/>
                    <a:pt x="4358" y="3511"/>
                  </a:cubicBezTo>
                  <a:lnTo>
                    <a:pt x="4358" y="5591"/>
                  </a:lnTo>
                  <a:cubicBezTo>
                    <a:pt x="5252" y="5396"/>
                    <a:pt x="5708" y="4990"/>
                    <a:pt x="5708" y="4178"/>
                  </a:cubicBezTo>
                  <a:cubicBezTo>
                    <a:pt x="5708" y="2602"/>
                    <a:pt x="4179" y="0"/>
                    <a:pt x="2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dk2"/>
        </a:solidFill>
        <a:effectLst/>
      </p:bgPr>
    </p:bg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4"/>
          <p:cNvGrpSpPr/>
          <p:nvPr/>
        </p:nvGrpSpPr>
        <p:grpSpPr>
          <a:xfrm rot="-2092058">
            <a:off x="8309817" y="3852956"/>
            <a:ext cx="262083" cy="351136"/>
            <a:chOff x="5697625" y="3543250"/>
            <a:chExt cx="262075" cy="351125"/>
          </a:xfrm>
        </p:grpSpPr>
        <p:sp>
          <p:nvSpPr>
            <p:cNvPr id="666" name="Google Shape;666;p34"/>
            <p:cNvSpPr/>
            <p:nvPr/>
          </p:nvSpPr>
          <p:spPr>
            <a:xfrm>
              <a:off x="5697625" y="3689150"/>
              <a:ext cx="262075" cy="45075"/>
            </a:xfrm>
            <a:custGeom>
              <a:avLst/>
              <a:gdLst/>
              <a:ahLst/>
              <a:cxnLst/>
              <a:rect l="l" t="t" r="r" b="b"/>
              <a:pathLst>
                <a:path w="10483" h="1803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1397"/>
                  </a:lnTo>
                  <a:cubicBezTo>
                    <a:pt x="0" y="1627"/>
                    <a:pt x="195" y="1803"/>
                    <a:pt x="422" y="1803"/>
                  </a:cubicBezTo>
                  <a:lnTo>
                    <a:pt x="10077" y="1803"/>
                  </a:lnTo>
                  <a:cubicBezTo>
                    <a:pt x="10307" y="1803"/>
                    <a:pt x="10483" y="1627"/>
                    <a:pt x="10483" y="1397"/>
                  </a:cubicBezTo>
                  <a:lnTo>
                    <a:pt x="10483" y="406"/>
                  </a:lnTo>
                  <a:cubicBezTo>
                    <a:pt x="10483" y="180"/>
                    <a:pt x="10307" y="1"/>
                    <a:pt x="100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5782175" y="3543250"/>
              <a:ext cx="93450" cy="125150"/>
            </a:xfrm>
            <a:custGeom>
              <a:avLst/>
              <a:gdLst/>
              <a:ahLst/>
              <a:cxnLst/>
              <a:rect l="l" t="t" r="r" b="b"/>
              <a:pathLst>
                <a:path w="3738" h="5006" extrusionOk="0">
                  <a:moveTo>
                    <a:pt x="1428" y="1"/>
                  </a:moveTo>
                  <a:cubicBezTo>
                    <a:pt x="1202" y="1"/>
                    <a:pt x="1007" y="180"/>
                    <a:pt x="1007" y="406"/>
                  </a:cubicBezTo>
                  <a:cubicBezTo>
                    <a:pt x="1007" y="636"/>
                    <a:pt x="1202" y="812"/>
                    <a:pt x="1428" y="812"/>
                  </a:cubicBezTo>
                  <a:lnTo>
                    <a:pt x="1444" y="812"/>
                  </a:lnTo>
                  <a:lnTo>
                    <a:pt x="1444" y="1772"/>
                  </a:lnTo>
                  <a:cubicBezTo>
                    <a:pt x="1023" y="1935"/>
                    <a:pt x="715" y="2357"/>
                    <a:pt x="715" y="2844"/>
                  </a:cubicBezTo>
                  <a:lnTo>
                    <a:pt x="715" y="3430"/>
                  </a:lnTo>
                  <a:cubicBezTo>
                    <a:pt x="243" y="3804"/>
                    <a:pt x="1" y="4405"/>
                    <a:pt x="63" y="5006"/>
                  </a:cubicBezTo>
                  <a:lnTo>
                    <a:pt x="3672" y="5006"/>
                  </a:lnTo>
                  <a:cubicBezTo>
                    <a:pt x="3738" y="4405"/>
                    <a:pt x="3477" y="3804"/>
                    <a:pt x="3024" y="3430"/>
                  </a:cubicBezTo>
                  <a:lnTo>
                    <a:pt x="3024" y="2844"/>
                  </a:lnTo>
                  <a:cubicBezTo>
                    <a:pt x="3024" y="2357"/>
                    <a:pt x="2712" y="1935"/>
                    <a:pt x="2275" y="1772"/>
                  </a:cubicBezTo>
                  <a:lnTo>
                    <a:pt x="2275" y="812"/>
                  </a:lnTo>
                  <a:lnTo>
                    <a:pt x="2306" y="812"/>
                  </a:lnTo>
                  <a:cubicBezTo>
                    <a:pt x="2536" y="812"/>
                    <a:pt x="2712" y="636"/>
                    <a:pt x="2712" y="406"/>
                  </a:cubicBezTo>
                  <a:cubicBezTo>
                    <a:pt x="2712" y="180"/>
                    <a:pt x="2536" y="1"/>
                    <a:pt x="2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5882150" y="3559075"/>
              <a:ext cx="69450" cy="109325"/>
            </a:xfrm>
            <a:custGeom>
              <a:avLst/>
              <a:gdLst/>
              <a:ahLst/>
              <a:cxnLst/>
              <a:rect l="l" t="t" r="r" b="b"/>
              <a:pathLst>
                <a:path w="2778" h="4373" extrusionOk="0">
                  <a:moveTo>
                    <a:pt x="1483" y="0"/>
                  </a:moveTo>
                  <a:cubicBezTo>
                    <a:pt x="1309" y="0"/>
                    <a:pt x="1139" y="107"/>
                    <a:pt x="1089" y="276"/>
                  </a:cubicBezTo>
                  <a:cubicBezTo>
                    <a:pt x="1022" y="491"/>
                    <a:pt x="1136" y="733"/>
                    <a:pt x="1346" y="799"/>
                  </a:cubicBezTo>
                  <a:lnTo>
                    <a:pt x="1381" y="815"/>
                  </a:lnTo>
                  <a:lnTo>
                    <a:pt x="1089" y="1693"/>
                  </a:lnTo>
                  <a:cubicBezTo>
                    <a:pt x="632" y="1708"/>
                    <a:pt x="211" y="2016"/>
                    <a:pt x="47" y="2473"/>
                  </a:cubicBezTo>
                  <a:lnTo>
                    <a:pt x="0" y="2637"/>
                  </a:lnTo>
                  <a:cubicBezTo>
                    <a:pt x="355" y="3124"/>
                    <a:pt x="535" y="3741"/>
                    <a:pt x="488" y="4373"/>
                  </a:cubicBezTo>
                  <a:lnTo>
                    <a:pt x="2306" y="4373"/>
                  </a:lnTo>
                  <a:cubicBezTo>
                    <a:pt x="2259" y="4162"/>
                    <a:pt x="2177" y="3936"/>
                    <a:pt x="2064" y="3741"/>
                  </a:cubicBezTo>
                  <a:lnTo>
                    <a:pt x="2243" y="3202"/>
                  </a:lnTo>
                  <a:cubicBezTo>
                    <a:pt x="2388" y="2734"/>
                    <a:pt x="2224" y="2227"/>
                    <a:pt x="1869" y="1954"/>
                  </a:cubicBezTo>
                  <a:lnTo>
                    <a:pt x="2162" y="1057"/>
                  </a:lnTo>
                  <a:cubicBezTo>
                    <a:pt x="2208" y="1076"/>
                    <a:pt x="2243" y="1092"/>
                    <a:pt x="2306" y="1092"/>
                  </a:cubicBezTo>
                  <a:cubicBezTo>
                    <a:pt x="2485" y="1092"/>
                    <a:pt x="2649" y="979"/>
                    <a:pt x="2696" y="815"/>
                  </a:cubicBezTo>
                  <a:cubicBezTo>
                    <a:pt x="2778" y="589"/>
                    <a:pt x="2665" y="358"/>
                    <a:pt x="2439" y="296"/>
                  </a:cubicBezTo>
                  <a:lnTo>
                    <a:pt x="1608" y="19"/>
                  </a:lnTo>
                  <a:cubicBezTo>
                    <a:pt x="1567" y="6"/>
                    <a:pt x="1525" y="0"/>
                    <a:pt x="1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5706100" y="3559075"/>
              <a:ext cx="69575" cy="109325"/>
            </a:xfrm>
            <a:custGeom>
              <a:avLst/>
              <a:gdLst/>
              <a:ahLst/>
              <a:cxnLst/>
              <a:rect l="l" t="t" r="r" b="b"/>
              <a:pathLst>
                <a:path w="2783" h="4373" extrusionOk="0">
                  <a:moveTo>
                    <a:pt x="1297" y="0"/>
                  </a:moveTo>
                  <a:cubicBezTo>
                    <a:pt x="1255" y="0"/>
                    <a:pt x="1213" y="6"/>
                    <a:pt x="1171" y="19"/>
                  </a:cubicBezTo>
                  <a:lnTo>
                    <a:pt x="344" y="296"/>
                  </a:lnTo>
                  <a:cubicBezTo>
                    <a:pt x="118" y="358"/>
                    <a:pt x="1" y="589"/>
                    <a:pt x="83" y="815"/>
                  </a:cubicBezTo>
                  <a:cubicBezTo>
                    <a:pt x="133" y="979"/>
                    <a:pt x="293" y="1092"/>
                    <a:pt x="473" y="1092"/>
                  </a:cubicBezTo>
                  <a:cubicBezTo>
                    <a:pt x="539" y="1092"/>
                    <a:pt x="570" y="1076"/>
                    <a:pt x="621" y="1057"/>
                  </a:cubicBezTo>
                  <a:lnTo>
                    <a:pt x="914" y="1954"/>
                  </a:lnTo>
                  <a:cubicBezTo>
                    <a:pt x="555" y="2227"/>
                    <a:pt x="391" y="2734"/>
                    <a:pt x="539" y="3202"/>
                  </a:cubicBezTo>
                  <a:lnTo>
                    <a:pt x="719" y="3741"/>
                  </a:lnTo>
                  <a:cubicBezTo>
                    <a:pt x="605" y="3936"/>
                    <a:pt x="524" y="4162"/>
                    <a:pt x="473" y="4373"/>
                  </a:cubicBezTo>
                  <a:lnTo>
                    <a:pt x="2279" y="4373"/>
                  </a:lnTo>
                  <a:cubicBezTo>
                    <a:pt x="2228" y="3756"/>
                    <a:pt x="2408" y="3140"/>
                    <a:pt x="2782" y="2637"/>
                  </a:cubicBezTo>
                  <a:lnTo>
                    <a:pt x="2732" y="2473"/>
                  </a:lnTo>
                  <a:cubicBezTo>
                    <a:pt x="2572" y="2016"/>
                    <a:pt x="2146" y="1708"/>
                    <a:pt x="1694" y="1693"/>
                  </a:cubicBezTo>
                  <a:lnTo>
                    <a:pt x="1401" y="815"/>
                  </a:lnTo>
                  <a:lnTo>
                    <a:pt x="1433" y="799"/>
                  </a:lnTo>
                  <a:cubicBezTo>
                    <a:pt x="1643" y="733"/>
                    <a:pt x="1756" y="491"/>
                    <a:pt x="1694" y="276"/>
                  </a:cubicBezTo>
                  <a:cubicBezTo>
                    <a:pt x="1640" y="107"/>
                    <a:pt x="1473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5839050" y="3754975"/>
              <a:ext cx="40200" cy="139400"/>
            </a:xfrm>
            <a:custGeom>
              <a:avLst/>
              <a:gdLst/>
              <a:ahLst/>
              <a:cxnLst/>
              <a:rect l="l" t="t" r="r" b="b"/>
              <a:pathLst>
                <a:path w="1608" h="5576" extrusionOk="0">
                  <a:moveTo>
                    <a:pt x="0" y="1"/>
                  </a:moveTo>
                  <a:lnTo>
                    <a:pt x="0" y="5576"/>
                  </a:lnTo>
                  <a:lnTo>
                    <a:pt x="1022" y="5576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5778475" y="3754975"/>
              <a:ext cx="39825" cy="139400"/>
            </a:xfrm>
            <a:custGeom>
              <a:avLst/>
              <a:gdLst/>
              <a:ahLst/>
              <a:cxnLst/>
              <a:rect l="l" t="t" r="r" b="b"/>
              <a:pathLst>
                <a:path w="1593" h="5576" extrusionOk="0">
                  <a:moveTo>
                    <a:pt x="0" y="1"/>
                  </a:moveTo>
                  <a:lnTo>
                    <a:pt x="586" y="5576"/>
                  </a:lnTo>
                  <a:lnTo>
                    <a:pt x="1592" y="5576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58853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570" y="1"/>
                  </a:moveTo>
                  <a:lnTo>
                    <a:pt x="0" y="5576"/>
                  </a:lnTo>
                  <a:lnTo>
                    <a:pt x="812" y="5576"/>
                  </a:lnTo>
                  <a:cubicBezTo>
                    <a:pt x="1007" y="5576"/>
                    <a:pt x="1186" y="5431"/>
                    <a:pt x="1217" y="5236"/>
                  </a:cubicBez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57195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0" y="1"/>
                  </a:moveTo>
                  <a:lnTo>
                    <a:pt x="894" y="5236"/>
                  </a:lnTo>
                  <a:cubicBezTo>
                    <a:pt x="925" y="5431"/>
                    <a:pt x="1089" y="5576"/>
                    <a:pt x="1299" y="5576"/>
                  </a:cubicBezTo>
                  <a:lnTo>
                    <a:pt x="2115" y="557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34"/>
          <p:cNvGrpSpPr/>
          <p:nvPr/>
        </p:nvGrpSpPr>
        <p:grpSpPr>
          <a:xfrm rot="1632644">
            <a:off x="690401" y="4492079"/>
            <a:ext cx="306099" cy="351327"/>
            <a:chOff x="2163000" y="3543075"/>
            <a:chExt cx="306075" cy="351300"/>
          </a:xfrm>
        </p:grpSpPr>
        <p:sp>
          <p:nvSpPr>
            <p:cNvPr id="675" name="Google Shape;675;p34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684;p34"/>
          <p:cNvGrpSpPr/>
          <p:nvPr/>
        </p:nvGrpSpPr>
        <p:grpSpPr>
          <a:xfrm rot="1307765">
            <a:off x="313424" y="1100104"/>
            <a:ext cx="356396" cy="302046"/>
            <a:chOff x="2137825" y="4237275"/>
            <a:chExt cx="356400" cy="302050"/>
          </a:xfrm>
        </p:grpSpPr>
        <p:sp>
          <p:nvSpPr>
            <p:cNvPr id="685" name="Google Shape;685;p34"/>
            <p:cNvSpPr/>
            <p:nvPr/>
          </p:nvSpPr>
          <p:spPr>
            <a:xfrm>
              <a:off x="2259750" y="4351950"/>
              <a:ext cx="112575" cy="56100"/>
            </a:xfrm>
            <a:custGeom>
              <a:avLst/>
              <a:gdLst/>
              <a:ahLst/>
              <a:cxnLst/>
              <a:rect l="l" t="t" r="r" b="b"/>
              <a:pathLst>
                <a:path w="4503" h="2244" extrusionOk="0">
                  <a:moveTo>
                    <a:pt x="2243" y="1"/>
                  </a:moveTo>
                  <a:cubicBezTo>
                    <a:pt x="1217" y="1"/>
                    <a:pt x="340" y="648"/>
                    <a:pt x="0" y="1546"/>
                  </a:cubicBezTo>
                  <a:cubicBezTo>
                    <a:pt x="98" y="1526"/>
                    <a:pt x="211" y="1511"/>
                    <a:pt x="324" y="1511"/>
                  </a:cubicBezTo>
                  <a:cubicBezTo>
                    <a:pt x="862" y="1511"/>
                    <a:pt x="1217" y="1756"/>
                    <a:pt x="1510" y="1951"/>
                  </a:cubicBezTo>
                  <a:cubicBezTo>
                    <a:pt x="1771" y="2111"/>
                    <a:pt x="1966" y="2244"/>
                    <a:pt x="2243" y="2244"/>
                  </a:cubicBezTo>
                  <a:cubicBezTo>
                    <a:pt x="2536" y="2244"/>
                    <a:pt x="2731" y="2111"/>
                    <a:pt x="2992" y="1951"/>
                  </a:cubicBezTo>
                  <a:cubicBezTo>
                    <a:pt x="3266" y="1756"/>
                    <a:pt x="3640" y="1511"/>
                    <a:pt x="4178" y="1511"/>
                  </a:cubicBezTo>
                  <a:cubicBezTo>
                    <a:pt x="4292" y="1511"/>
                    <a:pt x="4405" y="1526"/>
                    <a:pt x="4502" y="1546"/>
                  </a:cubicBezTo>
                  <a:cubicBezTo>
                    <a:pt x="4163" y="648"/>
                    <a:pt x="3285" y="1"/>
                    <a:pt x="2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2384475" y="4362875"/>
              <a:ext cx="87425" cy="55725"/>
            </a:xfrm>
            <a:custGeom>
              <a:avLst/>
              <a:gdLst/>
              <a:ahLst/>
              <a:cxnLst/>
              <a:rect l="l" t="t" r="r" b="b"/>
              <a:pathLst>
                <a:path w="3497" h="2229" extrusionOk="0">
                  <a:moveTo>
                    <a:pt x="1105" y="1"/>
                  </a:moveTo>
                  <a:cubicBezTo>
                    <a:pt x="699" y="1"/>
                    <a:pt x="344" y="98"/>
                    <a:pt x="1" y="262"/>
                  </a:cubicBezTo>
                  <a:cubicBezTo>
                    <a:pt x="262" y="668"/>
                    <a:pt x="422" y="1140"/>
                    <a:pt x="488" y="1643"/>
                  </a:cubicBezTo>
                  <a:cubicBezTo>
                    <a:pt x="652" y="1577"/>
                    <a:pt x="863" y="1530"/>
                    <a:pt x="1105" y="1530"/>
                  </a:cubicBezTo>
                  <a:cubicBezTo>
                    <a:pt x="1628" y="1530"/>
                    <a:pt x="1983" y="1756"/>
                    <a:pt x="2260" y="1951"/>
                  </a:cubicBezTo>
                  <a:cubicBezTo>
                    <a:pt x="2505" y="2115"/>
                    <a:pt x="2700" y="2228"/>
                    <a:pt x="2977" y="2228"/>
                  </a:cubicBezTo>
                  <a:cubicBezTo>
                    <a:pt x="3172" y="2228"/>
                    <a:pt x="3317" y="2181"/>
                    <a:pt x="3496" y="2084"/>
                  </a:cubicBezTo>
                  <a:cubicBezTo>
                    <a:pt x="3332" y="914"/>
                    <a:pt x="2326" y="1"/>
                    <a:pt x="1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2160175" y="4362875"/>
              <a:ext cx="87400" cy="55725"/>
            </a:xfrm>
            <a:custGeom>
              <a:avLst/>
              <a:gdLst/>
              <a:ahLst/>
              <a:cxnLst/>
              <a:rect l="l" t="t" r="r" b="b"/>
              <a:pathLst>
                <a:path w="3496" h="2229" extrusionOk="0">
                  <a:moveTo>
                    <a:pt x="2392" y="1"/>
                  </a:moveTo>
                  <a:cubicBezTo>
                    <a:pt x="1171" y="1"/>
                    <a:pt x="164" y="914"/>
                    <a:pt x="0" y="2084"/>
                  </a:cubicBezTo>
                  <a:cubicBezTo>
                    <a:pt x="180" y="2181"/>
                    <a:pt x="324" y="2228"/>
                    <a:pt x="519" y="2228"/>
                  </a:cubicBezTo>
                  <a:cubicBezTo>
                    <a:pt x="796" y="2228"/>
                    <a:pt x="976" y="2115"/>
                    <a:pt x="1221" y="1951"/>
                  </a:cubicBezTo>
                  <a:cubicBezTo>
                    <a:pt x="1514" y="1756"/>
                    <a:pt x="1869" y="1530"/>
                    <a:pt x="2392" y="1530"/>
                  </a:cubicBezTo>
                  <a:cubicBezTo>
                    <a:pt x="2633" y="1530"/>
                    <a:pt x="2829" y="1577"/>
                    <a:pt x="3008" y="1643"/>
                  </a:cubicBezTo>
                  <a:cubicBezTo>
                    <a:pt x="3055" y="1140"/>
                    <a:pt x="3234" y="668"/>
                    <a:pt x="3496" y="262"/>
                  </a:cubicBezTo>
                  <a:cubicBezTo>
                    <a:pt x="3152" y="98"/>
                    <a:pt x="2782" y="1"/>
                    <a:pt x="2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2346250" y="4237275"/>
              <a:ext cx="54150" cy="110225"/>
            </a:xfrm>
            <a:custGeom>
              <a:avLst/>
              <a:gdLst/>
              <a:ahLst/>
              <a:cxnLst/>
              <a:rect l="l" t="t" r="r" b="b"/>
              <a:pathLst>
                <a:path w="2166" h="4409" extrusionOk="0">
                  <a:moveTo>
                    <a:pt x="1708" y="1"/>
                  </a:moveTo>
                  <a:cubicBezTo>
                    <a:pt x="1530" y="1"/>
                    <a:pt x="1370" y="108"/>
                    <a:pt x="1304" y="281"/>
                  </a:cubicBezTo>
                  <a:lnTo>
                    <a:pt x="1" y="4003"/>
                  </a:lnTo>
                  <a:cubicBezTo>
                    <a:pt x="262" y="4100"/>
                    <a:pt x="508" y="4245"/>
                    <a:pt x="734" y="4408"/>
                  </a:cubicBezTo>
                  <a:lnTo>
                    <a:pt x="2084" y="554"/>
                  </a:lnTo>
                  <a:cubicBezTo>
                    <a:pt x="2166" y="343"/>
                    <a:pt x="2049" y="102"/>
                    <a:pt x="1838" y="20"/>
                  </a:cubicBezTo>
                  <a:cubicBezTo>
                    <a:pt x="1794" y="7"/>
                    <a:pt x="1751" y="1"/>
                    <a:pt x="1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2376400" y="4264750"/>
              <a:ext cx="78825" cy="85975"/>
            </a:xfrm>
            <a:custGeom>
              <a:avLst/>
              <a:gdLst/>
              <a:ahLst/>
              <a:cxnLst/>
              <a:rect l="l" t="t" r="r" b="b"/>
              <a:pathLst>
                <a:path w="3153" h="3439" extrusionOk="0">
                  <a:moveTo>
                    <a:pt x="2695" y="1"/>
                  </a:moveTo>
                  <a:cubicBezTo>
                    <a:pt x="2565" y="1"/>
                    <a:pt x="2436" y="62"/>
                    <a:pt x="2356" y="173"/>
                  </a:cubicBezTo>
                  <a:lnTo>
                    <a:pt x="0" y="3438"/>
                  </a:lnTo>
                  <a:cubicBezTo>
                    <a:pt x="390" y="3243"/>
                    <a:pt x="811" y="3130"/>
                    <a:pt x="1252" y="3114"/>
                  </a:cubicBezTo>
                  <a:lnTo>
                    <a:pt x="3023" y="660"/>
                  </a:lnTo>
                  <a:cubicBezTo>
                    <a:pt x="3152" y="465"/>
                    <a:pt x="3105" y="220"/>
                    <a:pt x="2926" y="75"/>
                  </a:cubicBezTo>
                  <a:cubicBezTo>
                    <a:pt x="2857" y="24"/>
                    <a:pt x="2776" y="1"/>
                    <a:pt x="26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2137825" y="4477475"/>
              <a:ext cx="356400" cy="61850"/>
            </a:xfrm>
            <a:custGeom>
              <a:avLst/>
              <a:gdLst/>
              <a:ahLst/>
              <a:cxnLst/>
              <a:rect l="l" t="t" r="r" b="b"/>
              <a:pathLst>
                <a:path w="14256" h="2474" extrusionOk="0">
                  <a:moveTo>
                    <a:pt x="520" y="1"/>
                  </a:moveTo>
                  <a:cubicBezTo>
                    <a:pt x="212" y="1"/>
                    <a:pt x="1" y="328"/>
                    <a:pt x="165" y="601"/>
                  </a:cubicBezTo>
                  <a:lnTo>
                    <a:pt x="1058" y="2244"/>
                  </a:lnTo>
                  <a:cubicBezTo>
                    <a:pt x="1140" y="2392"/>
                    <a:pt x="1269" y="2474"/>
                    <a:pt x="1413" y="2474"/>
                  </a:cubicBezTo>
                  <a:lnTo>
                    <a:pt x="12824" y="2474"/>
                  </a:lnTo>
                  <a:cubicBezTo>
                    <a:pt x="12988" y="2474"/>
                    <a:pt x="13116" y="2392"/>
                    <a:pt x="13198" y="2244"/>
                  </a:cubicBezTo>
                  <a:lnTo>
                    <a:pt x="14092" y="601"/>
                  </a:lnTo>
                  <a:cubicBezTo>
                    <a:pt x="14256" y="328"/>
                    <a:pt x="14045" y="1"/>
                    <a:pt x="13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2255650" y="4410475"/>
              <a:ext cx="120775" cy="46350"/>
            </a:xfrm>
            <a:custGeom>
              <a:avLst/>
              <a:gdLst/>
              <a:ahLst/>
              <a:cxnLst/>
              <a:rect l="l" t="t" r="r" b="b"/>
              <a:pathLst>
                <a:path w="4831" h="1854" extrusionOk="0">
                  <a:moveTo>
                    <a:pt x="488" y="1"/>
                  </a:moveTo>
                  <a:cubicBezTo>
                    <a:pt x="309" y="1"/>
                    <a:pt x="164" y="47"/>
                    <a:pt x="0" y="145"/>
                  </a:cubicBezTo>
                  <a:cubicBezTo>
                    <a:pt x="16" y="812"/>
                    <a:pt x="328" y="1428"/>
                    <a:pt x="781" y="1854"/>
                  </a:cubicBezTo>
                  <a:lnTo>
                    <a:pt x="4034" y="1854"/>
                  </a:lnTo>
                  <a:cubicBezTo>
                    <a:pt x="4502" y="1428"/>
                    <a:pt x="4814" y="812"/>
                    <a:pt x="4830" y="145"/>
                  </a:cubicBezTo>
                  <a:cubicBezTo>
                    <a:pt x="4666" y="47"/>
                    <a:pt x="4522" y="1"/>
                    <a:pt x="4342" y="1"/>
                  </a:cubicBezTo>
                  <a:cubicBezTo>
                    <a:pt x="4050" y="1"/>
                    <a:pt x="3855" y="129"/>
                    <a:pt x="3593" y="293"/>
                  </a:cubicBezTo>
                  <a:cubicBezTo>
                    <a:pt x="3316" y="488"/>
                    <a:pt x="2942" y="730"/>
                    <a:pt x="2407" y="730"/>
                  </a:cubicBezTo>
                  <a:cubicBezTo>
                    <a:pt x="1869" y="730"/>
                    <a:pt x="1514" y="488"/>
                    <a:pt x="1221" y="293"/>
                  </a:cubicBezTo>
                  <a:cubicBezTo>
                    <a:pt x="976" y="129"/>
                    <a:pt x="781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2383325" y="4421400"/>
              <a:ext cx="87300" cy="35425"/>
            </a:xfrm>
            <a:custGeom>
              <a:avLst/>
              <a:gdLst/>
              <a:ahLst/>
              <a:cxnLst/>
              <a:rect l="l" t="t" r="r" b="b"/>
              <a:pathLst>
                <a:path w="3492" h="1417" extrusionOk="0">
                  <a:moveTo>
                    <a:pt x="1151" y="0"/>
                  </a:moveTo>
                  <a:cubicBezTo>
                    <a:pt x="893" y="0"/>
                    <a:pt x="698" y="114"/>
                    <a:pt x="488" y="262"/>
                  </a:cubicBezTo>
                  <a:cubicBezTo>
                    <a:pt x="406" y="683"/>
                    <a:pt x="242" y="1073"/>
                    <a:pt x="0" y="1417"/>
                  </a:cubicBezTo>
                  <a:lnTo>
                    <a:pt x="3152" y="1417"/>
                  </a:lnTo>
                  <a:cubicBezTo>
                    <a:pt x="3296" y="1186"/>
                    <a:pt x="3429" y="929"/>
                    <a:pt x="3492" y="652"/>
                  </a:cubicBezTo>
                  <a:lnTo>
                    <a:pt x="3492" y="652"/>
                  </a:lnTo>
                  <a:cubicBezTo>
                    <a:pt x="3347" y="683"/>
                    <a:pt x="3199" y="718"/>
                    <a:pt x="3023" y="718"/>
                  </a:cubicBezTo>
                  <a:cubicBezTo>
                    <a:pt x="2501" y="718"/>
                    <a:pt x="2146" y="488"/>
                    <a:pt x="1869" y="293"/>
                  </a:cubicBezTo>
                  <a:cubicBezTo>
                    <a:pt x="1623" y="133"/>
                    <a:pt x="1428" y="0"/>
                    <a:pt x="1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2161425" y="4421400"/>
              <a:ext cx="86925" cy="35425"/>
            </a:xfrm>
            <a:custGeom>
              <a:avLst/>
              <a:gdLst/>
              <a:ahLst/>
              <a:cxnLst/>
              <a:rect l="l" t="t" r="r" b="b"/>
              <a:pathLst>
                <a:path w="3477" h="1417" extrusionOk="0">
                  <a:moveTo>
                    <a:pt x="2342" y="0"/>
                  </a:moveTo>
                  <a:cubicBezTo>
                    <a:pt x="2065" y="0"/>
                    <a:pt x="1870" y="133"/>
                    <a:pt x="1624" y="293"/>
                  </a:cubicBezTo>
                  <a:cubicBezTo>
                    <a:pt x="1347" y="488"/>
                    <a:pt x="992" y="718"/>
                    <a:pt x="469" y="718"/>
                  </a:cubicBezTo>
                  <a:cubicBezTo>
                    <a:pt x="294" y="718"/>
                    <a:pt x="145" y="683"/>
                    <a:pt x="1" y="652"/>
                  </a:cubicBezTo>
                  <a:lnTo>
                    <a:pt x="1" y="652"/>
                  </a:lnTo>
                  <a:cubicBezTo>
                    <a:pt x="63" y="929"/>
                    <a:pt x="176" y="1186"/>
                    <a:pt x="340" y="1417"/>
                  </a:cubicBezTo>
                  <a:lnTo>
                    <a:pt x="3477" y="1417"/>
                  </a:lnTo>
                  <a:cubicBezTo>
                    <a:pt x="3251" y="1073"/>
                    <a:pt x="3087" y="683"/>
                    <a:pt x="3005" y="262"/>
                  </a:cubicBezTo>
                  <a:cubicBezTo>
                    <a:pt x="2794" y="114"/>
                    <a:pt x="2599" y="0"/>
                    <a:pt x="2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4" name="Google Shape;694;p34"/>
          <p:cNvSpPr/>
          <p:nvPr/>
        </p:nvSpPr>
        <p:spPr>
          <a:xfrm>
            <a:off x="8389925" y="540000"/>
            <a:ext cx="363325" cy="350950"/>
          </a:xfrm>
          <a:custGeom>
            <a:avLst/>
            <a:gdLst/>
            <a:ahLst/>
            <a:cxnLst/>
            <a:rect l="l" t="t" r="r" b="b"/>
            <a:pathLst>
              <a:path w="14533" h="14038" extrusionOk="0">
                <a:moveTo>
                  <a:pt x="11735" y="3642"/>
                </a:moveTo>
                <a:cubicBezTo>
                  <a:pt x="11962" y="3642"/>
                  <a:pt x="12141" y="3837"/>
                  <a:pt x="12141" y="4067"/>
                </a:cubicBezTo>
                <a:cubicBezTo>
                  <a:pt x="12141" y="4278"/>
                  <a:pt x="11962" y="4473"/>
                  <a:pt x="11735" y="4473"/>
                </a:cubicBezTo>
                <a:cubicBezTo>
                  <a:pt x="11509" y="4473"/>
                  <a:pt x="11314" y="4278"/>
                  <a:pt x="11314" y="4067"/>
                </a:cubicBezTo>
                <a:cubicBezTo>
                  <a:pt x="11314" y="3837"/>
                  <a:pt x="11509" y="3642"/>
                  <a:pt x="11735" y="3642"/>
                </a:cubicBezTo>
                <a:close/>
                <a:moveTo>
                  <a:pt x="5478" y="4520"/>
                </a:moveTo>
                <a:cubicBezTo>
                  <a:pt x="5704" y="4520"/>
                  <a:pt x="5884" y="4715"/>
                  <a:pt x="5884" y="4945"/>
                </a:cubicBezTo>
                <a:cubicBezTo>
                  <a:pt x="5884" y="5156"/>
                  <a:pt x="5704" y="5351"/>
                  <a:pt x="5478" y="5351"/>
                </a:cubicBezTo>
                <a:cubicBezTo>
                  <a:pt x="5217" y="5351"/>
                  <a:pt x="5006" y="5561"/>
                  <a:pt x="5006" y="5823"/>
                </a:cubicBezTo>
                <a:cubicBezTo>
                  <a:pt x="5006" y="6033"/>
                  <a:pt x="4826" y="6228"/>
                  <a:pt x="4600" y="6228"/>
                </a:cubicBezTo>
                <a:cubicBezTo>
                  <a:pt x="4374" y="6228"/>
                  <a:pt x="4194" y="6033"/>
                  <a:pt x="4194" y="5823"/>
                </a:cubicBezTo>
                <a:cubicBezTo>
                  <a:pt x="4194" y="5105"/>
                  <a:pt x="4764" y="4520"/>
                  <a:pt x="5478" y="4520"/>
                </a:cubicBezTo>
                <a:close/>
                <a:moveTo>
                  <a:pt x="11946" y="5187"/>
                </a:moveTo>
                <a:cubicBezTo>
                  <a:pt x="12176" y="5187"/>
                  <a:pt x="12371" y="5366"/>
                  <a:pt x="12371" y="5593"/>
                </a:cubicBezTo>
                <a:cubicBezTo>
                  <a:pt x="12371" y="6310"/>
                  <a:pt x="11786" y="6880"/>
                  <a:pt x="11068" y="6880"/>
                </a:cubicBezTo>
                <a:cubicBezTo>
                  <a:pt x="10842" y="6880"/>
                  <a:pt x="10663" y="6700"/>
                  <a:pt x="10663" y="6470"/>
                </a:cubicBezTo>
                <a:cubicBezTo>
                  <a:pt x="10663" y="6244"/>
                  <a:pt x="10842" y="6065"/>
                  <a:pt x="11068" y="6065"/>
                </a:cubicBezTo>
                <a:cubicBezTo>
                  <a:pt x="11330" y="6065"/>
                  <a:pt x="11540" y="5854"/>
                  <a:pt x="11540" y="5593"/>
                </a:cubicBezTo>
                <a:cubicBezTo>
                  <a:pt x="11540" y="5366"/>
                  <a:pt x="11720" y="5187"/>
                  <a:pt x="11946" y="5187"/>
                </a:cubicBezTo>
                <a:close/>
                <a:moveTo>
                  <a:pt x="4826" y="6942"/>
                </a:moveTo>
                <a:cubicBezTo>
                  <a:pt x="5057" y="6942"/>
                  <a:pt x="5232" y="7122"/>
                  <a:pt x="5232" y="7348"/>
                </a:cubicBezTo>
                <a:cubicBezTo>
                  <a:pt x="5232" y="7578"/>
                  <a:pt x="5057" y="7758"/>
                  <a:pt x="4826" y="7758"/>
                </a:cubicBezTo>
                <a:cubicBezTo>
                  <a:pt x="4600" y="7758"/>
                  <a:pt x="4405" y="7578"/>
                  <a:pt x="4405" y="7348"/>
                </a:cubicBezTo>
                <a:cubicBezTo>
                  <a:pt x="4405" y="7122"/>
                  <a:pt x="4600" y="6942"/>
                  <a:pt x="4826" y="6942"/>
                </a:cubicBezTo>
                <a:close/>
                <a:moveTo>
                  <a:pt x="8831" y="0"/>
                </a:moveTo>
                <a:cubicBezTo>
                  <a:pt x="7889" y="0"/>
                  <a:pt x="6957" y="466"/>
                  <a:pt x="6422" y="1352"/>
                </a:cubicBezTo>
                <a:cubicBezTo>
                  <a:pt x="5021" y="1450"/>
                  <a:pt x="3917" y="2569"/>
                  <a:pt x="3820" y="3970"/>
                </a:cubicBezTo>
                <a:cubicBezTo>
                  <a:pt x="2326" y="4910"/>
                  <a:pt x="2049" y="6942"/>
                  <a:pt x="3219" y="8245"/>
                </a:cubicBezTo>
                <a:cubicBezTo>
                  <a:pt x="3071" y="8830"/>
                  <a:pt x="3168" y="9462"/>
                  <a:pt x="3527" y="9981"/>
                </a:cubicBezTo>
                <a:lnTo>
                  <a:pt x="161" y="13348"/>
                </a:lnTo>
                <a:cubicBezTo>
                  <a:pt x="1" y="13492"/>
                  <a:pt x="1" y="13754"/>
                  <a:pt x="161" y="13918"/>
                </a:cubicBezTo>
                <a:cubicBezTo>
                  <a:pt x="243" y="13998"/>
                  <a:pt x="349" y="14038"/>
                  <a:pt x="455" y="14038"/>
                </a:cubicBezTo>
                <a:cubicBezTo>
                  <a:pt x="561" y="14038"/>
                  <a:pt x="666" y="13998"/>
                  <a:pt x="746" y="13918"/>
                </a:cubicBezTo>
                <a:lnTo>
                  <a:pt x="4097" y="10566"/>
                </a:lnTo>
                <a:cubicBezTo>
                  <a:pt x="4474" y="10820"/>
                  <a:pt x="4901" y="10943"/>
                  <a:pt x="5320" y="10943"/>
                </a:cubicBezTo>
                <a:cubicBezTo>
                  <a:pt x="5495" y="10943"/>
                  <a:pt x="5669" y="10921"/>
                  <a:pt x="5837" y="10879"/>
                </a:cubicBezTo>
                <a:cubicBezTo>
                  <a:pt x="6380" y="11368"/>
                  <a:pt x="7054" y="11604"/>
                  <a:pt x="7723" y="11604"/>
                </a:cubicBezTo>
                <a:cubicBezTo>
                  <a:pt x="8655" y="11604"/>
                  <a:pt x="9579" y="11146"/>
                  <a:pt x="10128" y="10274"/>
                </a:cubicBezTo>
                <a:cubicBezTo>
                  <a:pt x="11509" y="10176"/>
                  <a:pt x="12629" y="9072"/>
                  <a:pt x="12742" y="7676"/>
                </a:cubicBezTo>
                <a:cubicBezTo>
                  <a:pt x="14224" y="6782"/>
                  <a:pt x="14532" y="4781"/>
                  <a:pt x="13460" y="3482"/>
                </a:cubicBezTo>
                <a:cubicBezTo>
                  <a:pt x="13573" y="3205"/>
                  <a:pt x="13620" y="2928"/>
                  <a:pt x="13620" y="2635"/>
                </a:cubicBezTo>
                <a:cubicBezTo>
                  <a:pt x="13620" y="1434"/>
                  <a:pt x="12644" y="459"/>
                  <a:pt x="11458" y="459"/>
                </a:cubicBezTo>
                <a:cubicBezTo>
                  <a:pt x="11166" y="459"/>
                  <a:pt x="10873" y="521"/>
                  <a:pt x="10616" y="638"/>
                </a:cubicBezTo>
                <a:cubicBezTo>
                  <a:pt x="10094" y="208"/>
                  <a:pt x="9460" y="0"/>
                  <a:pt x="883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34"/>
          <p:cNvSpPr/>
          <p:nvPr/>
        </p:nvSpPr>
        <p:spPr>
          <a:xfrm flipH="1">
            <a:off x="8389913" y="153538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34"/>
          <p:cNvSpPr/>
          <p:nvPr/>
        </p:nvSpPr>
        <p:spPr>
          <a:xfrm flipH="1">
            <a:off x="8642500" y="107644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34"/>
          <p:cNvSpPr/>
          <p:nvPr/>
        </p:nvSpPr>
        <p:spPr>
          <a:xfrm flipH="1">
            <a:off x="518225" y="3137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34"/>
          <p:cNvSpPr/>
          <p:nvPr/>
        </p:nvSpPr>
        <p:spPr>
          <a:xfrm flipH="1">
            <a:off x="794350" y="8288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34"/>
          <p:cNvSpPr/>
          <p:nvPr/>
        </p:nvSpPr>
        <p:spPr>
          <a:xfrm flipH="1">
            <a:off x="7974325" y="4533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4"/>
          <p:cNvSpPr/>
          <p:nvPr/>
        </p:nvSpPr>
        <p:spPr>
          <a:xfrm flipH="1">
            <a:off x="320175" y="43702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34"/>
          <p:cNvSpPr/>
          <p:nvPr/>
        </p:nvSpPr>
        <p:spPr>
          <a:xfrm flipH="1">
            <a:off x="8642500" y="46811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34"/>
          <p:cNvSpPr/>
          <p:nvPr/>
        </p:nvSpPr>
        <p:spPr>
          <a:xfrm flipH="1">
            <a:off x="7880725" y="473824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34"/>
          <p:cNvSpPr/>
          <p:nvPr/>
        </p:nvSpPr>
        <p:spPr>
          <a:xfrm flipH="1">
            <a:off x="8546863" y="34869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35"/>
          <p:cNvGrpSpPr/>
          <p:nvPr/>
        </p:nvGrpSpPr>
        <p:grpSpPr>
          <a:xfrm rot="1729853">
            <a:off x="1378145" y="2187997"/>
            <a:ext cx="356856" cy="283885"/>
            <a:chOff x="3655575" y="2314625"/>
            <a:chExt cx="356875" cy="283900"/>
          </a:xfrm>
        </p:grpSpPr>
        <p:sp>
          <p:nvSpPr>
            <p:cNvPr id="706" name="Google Shape;706;p35"/>
            <p:cNvSpPr/>
            <p:nvPr/>
          </p:nvSpPr>
          <p:spPr>
            <a:xfrm>
              <a:off x="3655575" y="2521650"/>
              <a:ext cx="356875" cy="76875"/>
            </a:xfrm>
            <a:custGeom>
              <a:avLst/>
              <a:gdLst/>
              <a:ahLst/>
              <a:cxnLst/>
              <a:rect l="l" t="t" r="r" b="b"/>
              <a:pathLst>
                <a:path w="14275" h="3075" extrusionOk="0">
                  <a:moveTo>
                    <a:pt x="539" y="0"/>
                  </a:moveTo>
                  <a:cubicBezTo>
                    <a:pt x="215" y="0"/>
                    <a:pt x="0" y="375"/>
                    <a:pt x="195" y="636"/>
                  </a:cubicBezTo>
                  <a:cubicBezTo>
                    <a:pt x="231" y="698"/>
                    <a:pt x="1237" y="2196"/>
                    <a:pt x="3414" y="2196"/>
                  </a:cubicBezTo>
                  <a:lnTo>
                    <a:pt x="4034" y="2196"/>
                  </a:lnTo>
                  <a:lnTo>
                    <a:pt x="4358" y="2844"/>
                  </a:lnTo>
                  <a:cubicBezTo>
                    <a:pt x="4424" y="2992"/>
                    <a:pt x="4569" y="3074"/>
                    <a:pt x="4732" y="3074"/>
                  </a:cubicBezTo>
                  <a:lnTo>
                    <a:pt x="9558" y="3074"/>
                  </a:lnTo>
                  <a:cubicBezTo>
                    <a:pt x="9706" y="3074"/>
                    <a:pt x="9851" y="2992"/>
                    <a:pt x="9917" y="2844"/>
                  </a:cubicBezTo>
                  <a:lnTo>
                    <a:pt x="10241" y="2196"/>
                  </a:lnTo>
                  <a:lnTo>
                    <a:pt x="10877" y="2196"/>
                  </a:lnTo>
                  <a:cubicBezTo>
                    <a:pt x="13038" y="2196"/>
                    <a:pt x="14044" y="698"/>
                    <a:pt x="14095" y="636"/>
                  </a:cubicBezTo>
                  <a:cubicBezTo>
                    <a:pt x="14275" y="375"/>
                    <a:pt x="14080" y="0"/>
                    <a:pt x="13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5"/>
            <p:cNvSpPr/>
            <p:nvPr/>
          </p:nvSpPr>
          <p:spPr>
            <a:xfrm>
              <a:off x="3834050" y="2435425"/>
              <a:ext cx="120675" cy="65950"/>
            </a:xfrm>
            <a:custGeom>
              <a:avLst/>
              <a:gdLst/>
              <a:ahLst/>
              <a:cxnLst/>
              <a:rect l="l" t="t" r="r" b="b"/>
              <a:pathLst>
                <a:path w="4827" h="2638" extrusionOk="0">
                  <a:moveTo>
                    <a:pt x="2415" y="0"/>
                  </a:moveTo>
                  <a:cubicBezTo>
                    <a:pt x="2161" y="0"/>
                    <a:pt x="1908" y="110"/>
                    <a:pt x="1736" y="328"/>
                  </a:cubicBezTo>
                  <a:cubicBezTo>
                    <a:pt x="1604" y="256"/>
                    <a:pt x="1463" y="222"/>
                    <a:pt x="1324" y="222"/>
                  </a:cubicBezTo>
                  <a:cubicBezTo>
                    <a:pt x="902" y="222"/>
                    <a:pt x="503" y="531"/>
                    <a:pt x="453" y="995"/>
                  </a:cubicBezTo>
                  <a:cubicBezTo>
                    <a:pt x="176" y="1140"/>
                    <a:pt x="0" y="1417"/>
                    <a:pt x="0" y="1760"/>
                  </a:cubicBezTo>
                  <a:cubicBezTo>
                    <a:pt x="0" y="2232"/>
                    <a:pt x="391" y="2638"/>
                    <a:pt x="878" y="2638"/>
                  </a:cubicBezTo>
                  <a:lnTo>
                    <a:pt x="3948" y="2638"/>
                  </a:lnTo>
                  <a:cubicBezTo>
                    <a:pt x="4436" y="2638"/>
                    <a:pt x="4826" y="2232"/>
                    <a:pt x="4826" y="1760"/>
                  </a:cubicBezTo>
                  <a:cubicBezTo>
                    <a:pt x="4826" y="1417"/>
                    <a:pt x="4647" y="1140"/>
                    <a:pt x="4389" y="995"/>
                  </a:cubicBezTo>
                  <a:cubicBezTo>
                    <a:pt x="4328" y="531"/>
                    <a:pt x="3935" y="222"/>
                    <a:pt x="3514" y="222"/>
                  </a:cubicBezTo>
                  <a:cubicBezTo>
                    <a:pt x="3376" y="222"/>
                    <a:pt x="3235" y="256"/>
                    <a:pt x="3102" y="328"/>
                  </a:cubicBezTo>
                  <a:cubicBezTo>
                    <a:pt x="2924" y="110"/>
                    <a:pt x="2669" y="0"/>
                    <a:pt x="2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3774275" y="2375650"/>
              <a:ext cx="119475" cy="60275"/>
            </a:xfrm>
            <a:custGeom>
              <a:avLst/>
              <a:gdLst/>
              <a:ahLst/>
              <a:cxnLst/>
              <a:rect l="l" t="t" r="r" b="b"/>
              <a:pathLst>
                <a:path w="4779" h="2411" extrusionOk="0">
                  <a:moveTo>
                    <a:pt x="2396" y="1"/>
                  </a:moveTo>
                  <a:cubicBezTo>
                    <a:pt x="2142" y="1"/>
                    <a:pt x="1886" y="111"/>
                    <a:pt x="1709" y="332"/>
                  </a:cubicBezTo>
                  <a:cubicBezTo>
                    <a:pt x="1575" y="259"/>
                    <a:pt x="1433" y="225"/>
                    <a:pt x="1294" y="225"/>
                  </a:cubicBezTo>
                  <a:cubicBezTo>
                    <a:pt x="875" y="225"/>
                    <a:pt x="483" y="532"/>
                    <a:pt x="421" y="995"/>
                  </a:cubicBezTo>
                  <a:cubicBezTo>
                    <a:pt x="211" y="1112"/>
                    <a:pt x="51" y="1323"/>
                    <a:pt x="0" y="1564"/>
                  </a:cubicBezTo>
                  <a:cubicBezTo>
                    <a:pt x="308" y="1564"/>
                    <a:pt x="585" y="1646"/>
                    <a:pt x="847" y="1795"/>
                  </a:cubicBezTo>
                  <a:cubicBezTo>
                    <a:pt x="922" y="1784"/>
                    <a:pt x="998" y="1779"/>
                    <a:pt x="1073" y="1779"/>
                  </a:cubicBezTo>
                  <a:cubicBezTo>
                    <a:pt x="1580" y="1779"/>
                    <a:pt x="2065" y="2014"/>
                    <a:pt x="2391" y="2411"/>
                  </a:cubicBezTo>
                  <a:cubicBezTo>
                    <a:pt x="2714" y="2014"/>
                    <a:pt x="3199" y="1779"/>
                    <a:pt x="3719" y="1779"/>
                  </a:cubicBezTo>
                  <a:cubicBezTo>
                    <a:pt x="3796" y="1779"/>
                    <a:pt x="3874" y="1784"/>
                    <a:pt x="3952" y="1795"/>
                  </a:cubicBezTo>
                  <a:cubicBezTo>
                    <a:pt x="4194" y="1646"/>
                    <a:pt x="4486" y="1564"/>
                    <a:pt x="4779" y="1564"/>
                  </a:cubicBezTo>
                  <a:cubicBezTo>
                    <a:pt x="4732" y="1323"/>
                    <a:pt x="4568" y="1112"/>
                    <a:pt x="4358" y="995"/>
                  </a:cubicBezTo>
                  <a:cubicBezTo>
                    <a:pt x="4308" y="532"/>
                    <a:pt x="3919" y="225"/>
                    <a:pt x="3496" y="225"/>
                  </a:cubicBezTo>
                  <a:cubicBezTo>
                    <a:pt x="3355" y="225"/>
                    <a:pt x="3211" y="259"/>
                    <a:pt x="3074" y="332"/>
                  </a:cubicBezTo>
                  <a:cubicBezTo>
                    <a:pt x="2903" y="111"/>
                    <a:pt x="2650" y="1"/>
                    <a:pt x="2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3713300" y="2435425"/>
              <a:ext cx="108100" cy="65950"/>
            </a:xfrm>
            <a:custGeom>
              <a:avLst/>
              <a:gdLst/>
              <a:ahLst/>
              <a:cxnLst/>
              <a:rect l="l" t="t" r="r" b="b"/>
              <a:pathLst>
                <a:path w="4324" h="2638" extrusionOk="0">
                  <a:moveTo>
                    <a:pt x="2423" y="0"/>
                  </a:moveTo>
                  <a:cubicBezTo>
                    <a:pt x="2172" y="0"/>
                    <a:pt x="1920" y="110"/>
                    <a:pt x="1741" y="328"/>
                  </a:cubicBezTo>
                  <a:cubicBezTo>
                    <a:pt x="1607" y="256"/>
                    <a:pt x="1465" y="222"/>
                    <a:pt x="1326" y="222"/>
                  </a:cubicBezTo>
                  <a:cubicBezTo>
                    <a:pt x="902" y="222"/>
                    <a:pt x="504" y="531"/>
                    <a:pt x="457" y="995"/>
                  </a:cubicBezTo>
                  <a:cubicBezTo>
                    <a:pt x="180" y="1140"/>
                    <a:pt x="1" y="1417"/>
                    <a:pt x="1" y="1760"/>
                  </a:cubicBezTo>
                  <a:cubicBezTo>
                    <a:pt x="1" y="2232"/>
                    <a:pt x="391" y="2638"/>
                    <a:pt x="879" y="2638"/>
                  </a:cubicBezTo>
                  <a:lnTo>
                    <a:pt x="3953" y="2638"/>
                  </a:lnTo>
                  <a:cubicBezTo>
                    <a:pt x="4050" y="2638"/>
                    <a:pt x="4148" y="2622"/>
                    <a:pt x="4226" y="2587"/>
                  </a:cubicBezTo>
                  <a:cubicBezTo>
                    <a:pt x="3902" y="2002"/>
                    <a:pt x="3953" y="1303"/>
                    <a:pt x="4323" y="769"/>
                  </a:cubicBezTo>
                  <a:cubicBezTo>
                    <a:pt x="4185" y="424"/>
                    <a:pt x="3862" y="216"/>
                    <a:pt x="3523" y="216"/>
                  </a:cubicBezTo>
                  <a:cubicBezTo>
                    <a:pt x="3383" y="216"/>
                    <a:pt x="3240" y="252"/>
                    <a:pt x="3106" y="328"/>
                  </a:cubicBezTo>
                  <a:cubicBezTo>
                    <a:pt x="2927" y="110"/>
                    <a:pt x="2675" y="0"/>
                    <a:pt x="2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3886800" y="2314625"/>
              <a:ext cx="52500" cy="71275"/>
            </a:xfrm>
            <a:custGeom>
              <a:avLst/>
              <a:gdLst/>
              <a:ahLst/>
              <a:cxnLst/>
              <a:rect l="l" t="t" r="r" b="b"/>
              <a:pathLst>
                <a:path w="2100" h="2851" extrusionOk="0">
                  <a:moveTo>
                    <a:pt x="1613" y="1"/>
                  </a:moveTo>
                  <a:cubicBezTo>
                    <a:pt x="1482" y="1"/>
                    <a:pt x="1351" y="65"/>
                    <a:pt x="1269" y="186"/>
                  </a:cubicBezTo>
                  <a:lnTo>
                    <a:pt x="1" y="2168"/>
                  </a:lnTo>
                  <a:cubicBezTo>
                    <a:pt x="231" y="2347"/>
                    <a:pt x="426" y="2578"/>
                    <a:pt x="539" y="2851"/>
                  </a:cubicBezTo>
                  <a:lnTo>
                    <a:pt x="1967" y="643"/>
                  </a:lnTo>
                  <a:cubicBezTo>
                    <a:pt x="2100" y="448"/>
                    <a:pt x="2033" y="186"/>
                    <a:pt x="1838" y="73"/>
                  </a:cubicBezTo>
                  <a:cubicBezTo>
                    <a:pt x="1771" y="24"/>
                    <a:pt x="1692" y="1"/>
                    <a:pt x="16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3909625" y="2347450"/>
              <a:ext cx="78825" cy="72200"/>
            </a:xfrm>
            <a:custGeom>
              <a:avLst/>
              <a:gdLst/>
              <a:ahLst/>
              <a:cxnLst/>
              <a:rect l="l" t="t" r="r" b="b"/>
              <a:pathLst>
                <a:path w="3153" h="2888" extrusionOk="0">
                  <a:moveTo>
                    <a:pt x="2680" y="0"/>
                  </a:moveTo>
                  <a:cubicBezTo>
                    <a:pt x="2589" y="0"/>
                    <a:pt x="2497" y="31"/>
                    <a:pt x="2420" y="94"/>
                  </a:cubicBezTo>
                  <a:lnTo>
                    <a:pt x="1" y="2045"/>
                  </a:lnTo>
                  <a:cubicBezTo>
                    <a:pt x="145" y="2318"/>
                    <a:pt x="176" y="2513"/>
                    <a:pt x="258" y="2887"/>
                  </a:cubicBezTo>
                  <a:lnTo>
                    <a:pt x="2942" y="742"/>
                  </a:lnTo>
                  <a:cubicBezTo>
                    <a:pt x="3122" y="597"/>
                    <a:pt x="3153" y="336"/>
                    <a:pt x="3005" y="157"/>
                  </a:cubicBezTo>
                  <a:cubicBezTo>
                    <a:pt x="2922" y="54"/>
                    <a:pt x="2802" y="0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2" name="Google Shape;712;p35"/>
          <p:cNvGrpSpPr/>
          <p:nvPr/>
        </p:nvGrpSpPr>
        <p:grpSpPr>
          <a:xfrm rot="-1487037">
            <a:off x="1032424" y="4096162"/>
            <a:ext cx="352402" cy="262101"/>
            <a:chOff x="3155350" y="2966650"/>
            <a:chExt cx="352400" cy="262100"/>
          </a:xfrm>
        </p:grpSpPr>
        <p:sp>
          <p:nvSpPr>
            <p:cNvPr id="713" name="Google Shape;713;p35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" name="Google Shape;717;p35"/>
          <p:cNvGrpSpPr/>
          <p:nvPr/>
        </p:nvGrpSpPr>
        <p:grpSpPr>
          <a:xfrm>
            <a:off x="493850" y="1104650"/>
            <a:ext cx="352750" cy="351225"/>
            <a:chOff x="3658500" y="1682800"/>
            <a:chExt cx="352750" cy="351225"/>
          </a:xfrm>
        </p:grpSpPr>
        <p:sp>
          <p:nvSpPr>
            <p:cNvPr id="718" name="Google Shape;718;p35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2" name="Google Shape;722;p35"/>
          <p:cNvSpPr/>
          <p:nvPr/>
        </p:nvSpPr>
        <p:spPr>
          <a:xfrm flipH="1">
            <a:off x="533138" y="35674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35"/>
          <p:cNvSpPr/>
          <p:nvPr/>
        </p:nvSpPr>
        <p:spPr>
          <a:xfrm flipH="1">
            <a:off x="533150" y="46432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35"/>
          <p:cNvSpPr/>
          <p:nvPr/>
        </p:nvSpPr>
        <p:spPr>
          <a:xfrm flipH="1">
            <a:off x="1691575" y="446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5"/>
          <p:cNvSpPr/>
          <p:nvPr/>
        </p:nvSpPr>
        <p:spPr>
          <a:xfrm flipH="1">
            <a:off x="1919975" y="6294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5"/>
          <p:cNvSpPr/>
          <p:nvPr/>
        </p:nvSpPr>
        <p:spPr>
          <a:xfrm flipH="1">
            <a:off x="1331813" y="2469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35"/>
          <p:cNvSpPr/>
          <p:nvPr/>
        </p:nvSpPr>
        <p:spPr>
          <a:xfrm flipH="1">
            <a:off x="446750" y="1908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5"/>
          <p:cNvSpPr/>
          <p:nvPr/>
        </p:nvSpPr>
        <p:spPr>
          <a:xfrm flipH="1">
            <a:off x="1073625" y="16441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5"/>
          <p:cNvSpPr/>
          <p:nvPr/>
        </p:nvSpPr>
        <p:spPr>
          <a:xfrm flipH="1">
            <a:off x="8424000" y="4572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8" r:id="rId4"/>
    <p:sldLayoutId id="2147483659" r:id="rId5"/>
    <p:sldLayoutId id="2147483660" r:id="rId6"/>
    <p:sldLayoutId id="2147483662" r:id="rId7"/>
    <p:sldLayoutId id="2147483667" r:id="rId8"/>
    <p:sldLayoutId id="2147483670" r:id="rId9"/>
    <p:sldLayoutId id="2147483675" r:id="rId10"/>
    <p:sldLayoutId id="2147483680" r:id="rId11"/>
    <p:sldLayoutId id="214748368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9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Relationship Id="rId5" Type="http://schemas.microsoft.com/office/2007/relationships/hdphoto" Target="../media/hdphoto1.wdp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9"/>
          <p:cNvSpPr txBox="1">
            <a:spLocks noGrp="1"/>
          </p:cNvSpPr>
          <p:nvPr>
            <p:ph type="ctrTitle"/>
          </p:nvPr>
        </p:nvSpPr>
        <p:spPr>
          <a:xfrm>
            <a:off x="701899" y="977179"/>
            <a:ext cx="4982700" cy="26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Food </a:t>
            </a:r>
            <a:r>
              <a:rPr lang="en-US"/>
              <a:t>Preferences</a:t>
            </a:r>
            <a:r>
              <a:rPr lang="en">
                <a:solidFill>
                  <a:schemeClr val="lt1"/>
                </a:solidFill>
              </a:rPr>
              <a:t> </a:t>
            </a:r>
            <a:r>
              <a:rPr lang="en" dirty="0">
                <a:solidFill>
                  <a:schemeClr val="lt1"/>
                </a:solidFill>
              </a:rPr>
              <a:t>Survey Project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48" name="Google Shape;748;p39"/>
          <p:cNvSpPr txBox="1">
            <a:spLocks noGrp="1"/>
          </p:cNvSpPr>
          <p:nvPr>
            <p:ph type="subTitle" idx="1"/>
          </p:nvPr>
        </p:nvSpPr>
        <p:spPr>
          <a:xfrm>
            <a:off x="713100" y="3683700"/>
            <a:ext cx="4982700" cy="3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By/ Basmala Salama</a:t>
            </a:r>
            <a:endParaRPr dirty="0"/>
          </a:p>
        </p:txBody>
      </p:sp>
      <p:sp>
        <p:nvSpPr>
          <p:cNvPr id="749" name="Google Shape;749;p39"/>
          <p:cNvSpPr/>
          <p:nvPr/>
        </p:nvSpPr>
        <p:spPr>
          <a:xfrm>
            <a:off x="5381707" y="1198027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0" name="Google Shape;750;p39"/>
          <p:cNvGrpSpPr/>
          <p:nvPr/>
        </p:nvGrpSpPr>
        <p:grpSpPr>
          <a:xfrm rot="-1455342">
            <a:off x="749201" y="480509"/>
            <a:ext cx="352292" cy="305993"/>
            <a:chOff x="6162925" y="4235275"/>
            <a:chExt cx="352300" cy="306000"/>
          </a:xfrm>
        </p:grpSpPr>
        <p:sp>
          <p:nvSpPr>
            <p:cNvPr id="751" name="Google Shape;751;p39"/>
            <p:cNvSpPr/>
            <p:nvPr/>
          </p:nvSpPr>
          <p:spPr>
            <a:xfrm>
              <a:off x="6351450" y="4468600"/>
              <a:ext cx="163775" cy="72675"/>
            </a:xfrm>
            <a:custGeom>
              <a:avLst/>
              <a:gdLst/>
              <a:ahLst/>
              <a:cxnLst/>
              <a:rect l="l" t="t" r="r" b="b"/>
              <a:pathLst>
                <a:path w="6551" h="2907" extrusionOk="0">
                  <a:moveTo>
                    <a:pt x="406" y="1"/>
                  </a:moveTo>
                  <a:cubicBezTo>
                    <a:pt x="180" y="1"/>
                    <a:pt x="1" y="176"/>
                    <a:pt x="1" y="406"/>
                  </a:cubicBezTo>
                  <a:lnTo>
                    <a:pt x="1" y="730"/>
                  </a:lnTo>
                  <a:cubicBezTo>
                    <a:pt x="1" y="1932"/>
                    <a:pt x="960" y="2907"/>
                    <a:pt x="2162" y="2907"/>
                  </a:cubicBezTo>
                  <a:lnTo>
                    <a:pt x="4389" y="2907"/>
                  </a:lnTo>
                  <a:cubicBezTo>
                    <a:pt x="5575" y="2907"/>
                    <a:pt x="6551" y="1932"/>
                    <a:pt x="6551" y="730"/>
                  </a:cubicBezTo>
                  <a:lnTo>
                    <a:pt x="6551" y="406"/>
                  </a:lnTo>
                  <a:cubicBezTo>
                    <a:pt x="6551" y="176"/>
                    <a:pt x="6371" y="1"/>
                    <a:pt x="61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9"/>
            <p:cNvSpPr/>
            <p:nvPr/>
          </p:nvSpPr>
          <p:spPr>
            <a:xfrm>
              <a:off x="6162925" y="4235275"/>
              <a:ext cx="231275" cy="110950"/>
            </a:xfrm>
            <a:custGeom>
              <a:avLst/>
              <a:gdLst/>
              <a:ahLst/>
              <a:cxnLst/>
              <a:rect l="l" t="t" r="r" b="b"/>
              <a:pathLst>
                <a:path w="9251" h="4438" extrusionOk="0">
                  <a:moveTo>
                    <a:pt x="3347" y="1"/>
                  </a:moveTo>
                  <a:cubicBezTo>
                    <a:pt x="3268" y="1"/>
                    <a:pt x="3187" y="11"/>
                    <a:pt x="3106" y="33"/>
                  </a:cubicBezTo>
                  <a:cubicBezTo>
                    <a:pt x="2650" y="166"/>
                    <a:pt x="2373" y="654"/>
                    <a:pt x="2501" y="1122"/>
                  </a:cubicBezTo>
                  <a:cubicBezTo>
                    <a:pt x="2521" y="1141"/>
                    <a:pt x="2763" y="2050"/>
                    <a:pt x="2876" y="3806"/>
                  </a:cubicBezTo>
                  <a:cubicBezTo>
                    <a:pt x="2716" y="2748"/>
                    <a:pt x="2326" y="1871"/>
                    <a:pt x="1592" y="1141"/>
                  </a:cubicBezTo>
                  <a:cubicBezTo>
                    <a:pt x="1423" y="970"/>
                    <a:pt x="1195" y="884"/>
                    <a:pt x="968" y="884"/>
                  </a:cubicBezTo>
                  <a:cubicBezTo>
                    <a:pt x="740" y="884"/>
                    <a:pt x="512" y="970"/>
                    <a:pt x="340" y="1141"/>
                  </a:cubicBezTo>
                  <a:cubicBezTo>
                    <a:pt x="1" y="1481"/>
                    <a:pt x="1" y="2035"/>
                    <a:pt x="340" y="2374"/>
                  </a:cubicBezTo>
                  <a:cubicBezTo>
                    <a:pt x="843" y="2877"/>
                    <a:pt x="1089" y="3482"/>
                    <a:pt x="1187" y="4438"/>
                  </a:cubicBezTo>
                  <a:lnTo>
                    <a:pt x="8096" y="4438"/>
                  </a:lnTo>
                  <a:cubicBezTo>
                    <a:pt x="8177" y="3462"/>
                    <a:pt x="8419" y="2862"/>
                    <a:pt x="8907" y="2374"/>
                  </a:cubicBezTo>
                  <a:cubicBezTo>
                    <a:pt x="9250" y="2035"/>
                    <a:pt x="9250" y="1481"/>
                    <a:pt x="8907" y="1141"/>
                  </a:cubicBezTo>
                  <a:cubicBezTo>
                    <a:pt x="8737" y="970"/>
                    <a:pt x="8514" y="884"/>
                    <a:pt x="8290" y="884"/>
                  </a:cubicBezTo>
                  <a:cubicBezTo>
                    <a:pt x="8066" y="884"/>
                    <a:pt x="7842" y="970"/>
                    <a:pt x="7670" y="1141"/>
                  </a:cubicBezTo>
                  <a:cubicBezTo>
                    <a:pt x="6910" y="1902"/>
                    <a:pt x="6566" y="2799"/>
                    <a:pt x="6422" y="3708"/>
                  </a:cubicBezTo>
                  <a:cubicBezTo>
                    <a:pt x="6520" y="2050"/>
                    <a:pt x="6777" y="1141"/>
                    <a:pt x="6777" y="1122"/>
                  </a:cubicBezTo>
                  <a:cubicBezTo>
                    <a:pt x="6910" y="654"/>
                    <a:pt x="6633" y="166"/>
                    <a:pt x="6176" y="33"/>
                  </a:cubicBezTo>
                  <a:cubicBezTo>
                    <a:pt x="6095" y="11"/>
                    <a:pt x="6013" y="1"/>
                    <a:pt x="5933" y="1"/>
                  </a:cubicBezTo>
                  <a:cubicBezTo>
                    <a:pt x="5547" y="1"/>
                    <a:pt x="5194" y="246"/>
                    <a:pt x="5088" y="634"/>
                  </a:cubicBezTo>
                  <a:cubicBezTo>
                    <a:pt x="5072" y="700"/>
                    <a:pt x="4744" y="1871"/>
                    <a:pt x="4647" y="4032"/>
                  </a:cubicBezTo>
                  <a:cubicBezTo>
                    <a:pt x="4549" y="1871"/>
                    <a:pt x="4210" y="700"/>
                    <a:pt x="4194" y="634"/>
                  </a:cubicBezTo>
                  <a:cubicBezTo>
                    <a:pt x="4085" y="246"/>
                    <a:pt x="3731" y="1"/>
                    <a:pt x="3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9"/>
            <p:cNvSpPr/>
            <p:nvPr/>
          </p:nvSpPr>
          <p:spPr>
            <a:xfrm>
              <a:off x="6363250" y="4392750"/>
              <a:ext cx="139000" cy="55100"/>
            </a:xfrm>
            <a:custGeom>
              <a:avLst/>
              <a:gdLst/>
              <a:ahLst/>
              <a:cxnLst/>
              <a:rect l="l" t="t" r="r" b="b"/>
              <a:pathLst>
                <a:path w="5560" h="2204" extrusionOk="0">
                  <a:moveTo>
                    <a:pt x="2767" y="0"/>
                  </a:moveTo>
                  <a:cubicBezTo>
                    <a:pt x="2693" y="0"/>
                    <a:pt x="2627" y="48"/>
                    <a:pt x="2603" y="124"/>
                  </a:cubicBezTo>
                  <a:cubicBezTo>
                    <a:pt x="2357" y="694"/>
                    <a:pt x="1951" y="756"/>
                    <a:pt x="1479" y="838"/>
                  </a:cubicBezTo>
                  <a:cubicBezTo>
                    <a:pt x="1155" y="905"/>
                    <a:pt x="796" y="951"/>
                    <a:pt x="520" y="1197"/>
                  </a:cubicBezTo>
                  <a:cubicBezTo>
                    <a:pt x="262" y="1423"/>
                    <a:pt x="98" y="1747"/>
                    <a:pt x="1" y="2204"/>
                  </a:cubicBezTo>
                  <a:lnTo>
                    <a:pt x="5560" y="2204"/>
                  </a:lnTo>
                  <a:cubicBezTo>
                    <a:pt x="5365" y="1700"/>
                    <a:pt x="4893" y="1100"/>
                    <a:pt x="4097" y="1100"/>
                  </a:cubicBezTo>
                  <a:cubicBezTo>
                    <a:pt x="3835" y="1100"/>
                    <a:pt x="3789" y="986"/>
                    <a:pt x="3656" y="741"/>
                  </a:cubicBezTo>
                  <a:cubicBezTo>
                    <a:pt x="3543" y="479"/>
                    <a:pt x="3363" y="140"/>
                    <a:pt x="2829" y="11"/>
                  </a:cubicBezTo>
                  <a:cubicBezTo>
                    <a:pt x="2808" y="4"/>
                    <a:pt x="2787" y="0"/>
                    <a:pt x="2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6172675" y="4425875"/>
              <a:ext cx="177150" cy="115400"/>
            </a:xfrm>
            <a:custGeom>
              <a:avLst/>
              <a:gdLst/>
              <a:ahLst/>
              <a:cxnLst/>
              <a:rect l="l" t="t" r="r" b="b"/>
              <a:pathLst>
                <a:path w="7086" h="4616" extrusionOk="0">
                  <a:moveTo>
                    <a:pt x="1" y="1"/>
                  </a:moveTo>
                  <a:lnTo>
                    <a:pt x="602" y="3368"/>
                  </a:lnTo>
                  <a:cubicBezTo>
                    <a:pt x="730" y="4081"/>
                    <a:pt x="1351" y="4616"/>
                    <a:pt x="2080" y="4616"/>
                  </a:cubicBezTo>
                  <a:lnTo>
                    <a:pt x="6387" y="4616"/>
                  </a:lnTo>
                  <a:cubicBezTo>
                    <a:pt x="6648" y="4616"/>
                    <a:pt x="6875" y="4554"/>
                    <a:pt x="7085" y="4440"/>
                  </a:cubicBezTo>
                  <a:cubicBezTo>
                    <a:pt x="6617" y="3918"/>
                    <a:pt x="6325" y="3204"/>
                    <a:pt x="6325" y="2439"/>
                  </a:cubicBezTo>
                  <a:lnTo>
                    <a:pt x="6325" y="2115"/>
                  </a:lnTo>
                  <a:cubicBezTo>
                    <a:pt x="6325" y="1756"/>
                    <a:pt x="6485" y="1433"/>
                    <a:pt x="6730" y="1202"/>
                  </a:cubicBezTo>
                  <a:cubicBezTo>
                    <a:pt x="6812" y="750"/>
                    <a:pt x="6859" y="391"/>
                    <a:pt x="70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163325" y="4366975"/>
              <a:ext cx="230875" cy="38250"/>
            </a:xfrm>
            <a:custGeom>
              <a:avLst/>
              <a:gdLst/>
              <a:ahLst/>
              <a:cxnLst/>
              <a:rect l="l" t="t" r="r" b="b"/>
              <a:pathLst>
                <a:path w="9235" h="1530" extrusionOk="0">
                  <a:moveTo>
                    <a:pt x="437" y="1"/>
                  </a:moveTo>
                  <a:cubicBezTo>
                    <a:pt x="195" y="1"/>
                    <a:pt x="0" y="227"/>
                    <a:pt x="32" y="488"/>
                  </a:cubicBezTo>
                  <a:lnTo>
                    <a:pt x="227" y="1530"/>
                  </a:lnTo>
                  <a:lnTo>
                    <a:pt x="8064" y="1530"/>
                  </a:lnTo>
                  <a:cubicBezTo>
                    <a:pt x="8403" y="1284"/>
                    <a:pt x="8762" y="1171"/>
                    <a:pt x="9070" y="1105"/>
                  </a:cubicBezTo>
                  <a:lnTo>
                    <a:pt x="9184" y="488"/>
                  </a:lnTo>
                  <a:cubicBezTo>
                    <a:pt x="9234" y="227"/>
                    <a:pt x="9039" y="1"/>
                    <a:pt x="8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6" name="Google Shape;756;p39"/>
          <p:cNvSpPr/>
          <p:nvPr/>
        </p:nvSpPr>
        <p:spPr>
          <a:xfrm>
            <a:off x="5075600" y="4178242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45" r="25445"/>
          <a:stretch>
            <a:fillRect/>
          </a:stretch>
        </p:blipFill>
        <p:spPr>
          <a:xfrm>
            <a:off x="5561707" y="0"/>
            <a:ext cx="3582293" cy="51435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031" y="0"/>
            <a:ext cx="2249619" cy="5143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759" y="2237049"/>
            <a:ext cx="182896" cy="18289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517" y="692666"/>
            <a:ext cx="280440" cy="3535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1"/>
          <p:cNvSpPr/>
          <p:nvPr/>
        </p:nvSpPr>
        <p:spPr>
          <a:xfrm>
            <a:off x="2417422" y="1613636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7" name="Google Shape;777;p41"/>
          <p:cNvSpPr/>
          <p:nvPr/>
        </p:nvSpPr>
        <p:spPr>
          <a:xfrm>
            <a:off x="4671856" y="1614424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41"/>
          <p:cNvSpPr/>
          <p:nvPr/>
        </p:nvSpPr>
        <p:spPr>
          <a:xfrm>
            <a:off x="1375453" y="3055306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41"/>
          <p:cNvSpPr/>
          <p:nvPr/>
        </p:nvSpPr>
        <p:spPr>
          <a:xfrm>
            <a:off x="3631260" y="3050703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41"/>
          <p:cNvSpPr/>
          <p:nvPr/>
        </p:nvSpPr>
        <p:spPr>
          <a:xfrm>
            <a:off x="5806951" y="3064558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41"/>
          <p:cNvSpPr txBox="1">
            <a:spLocks noGrp="1"/>
          </p:cNvSpPr>
          <p:nvPr>
            <p:ph type="title"/>
          </p:nvPr>
        </p:nvSpPr>
        <p:spPr>
          <a:xfrm>
            <a:off x="1810325" y="218453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</a:t>
            </a:r>
            <a:r>
              <a:rPr lang="en" dirty="0">
                <a:solidFill>
                  <a:schemeClr val="lt1"/>
                </a:solidFill>
              </a:rPr>
              <a:t> contents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83" name="Google Shape;783;p41"/>
          <p:cNvSpPr txBox="1">
            <a:spLocks noGrp="1"/>
          </p:cNvSpPr>
          <p:nvPr>
            <p:ph type="subTitle" idx="5"/>
          </p:nvPr>
        </p:nvSpPr>
        <p:spPr>
          <a:xfrm>
            <a:off x="135600" y="3531065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Collect The  Data</a:t>
            </a:r>
            <a:endParaRPr dirty="0"/>
          </a:p>
        </p:txBody>
      </p:sp>
      <p:sp>
        <p:nvSpPr>
          <p:cNvPr id="785" name="Google Shape;785;p41"/>
          <p:cNvSpPr txBox="1">
            <a:spLocks noGrp="1"/>
          </p:cNvSpPr>
          <p:nvPr>
            <p:ph type="subTitle" idx="7"/>
          </p:nvPr>
        </p:nvSpPr>
        <p:spPr>
          <a:xfrm>
            <a:off x="2393753" y="353100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Expectation vs Real</a:t>
            </a:r>
            <a:br>
              <a:rPr lang="en-US" dirty="0"/>
            </a:br>
            <a:endParaRPr dirty="0"/>
          </a:p>
        </p:txBody>
      </p:sp>
      <p:sp>
        <p:nvSpPr>
          <p:cNvPr id="787" name="Google Shape;787;p41"/>
          <p:cNvSpPr txBox="1">
            <a:spLocks noGrp="1"/>
          </p:cNvSpPr>
          <p:nvPr>
            <p:ph type="subTitle" idx="3"/>
          </p:nvPr>
        </p:nvSpPr>
        <p:spPr>
          <a:xfrm>
            <a:off x="1209901" y="207073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Proposal</a:t>
            </a:r>
            <a:endParaRPr dirty="0"/>
          </a:p>
        </p:txBody>
      </p:sp>
      <p:sp>
        <p:nvSpPr>
          <p:cNvPr id="791" name="Google Shape;791;p41"/>
          <p:cNvSpPr txBox="1">
            <a:spLocks noGrp="1"/>
          </p:cNvSpPr>
          <p:nvPr>
            <p:ph type="subTitle" idx="13"/>
          </p:nvPr>
        </p:nvSpPr>
        <p:spPr>
          <a:xfrm>
            <a:off x="1179552" y="1775008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1</a:t>
            </a:r>
            <a:endParaRPr dirty="0"/>
          </a:p>
        </p:txBody>
      </p:sp>
      <p:sp>
        <p:nvSpPr>
          <p:cNvPr id="792" name="Google Shape;792;p41"/>
          <p:cNvSpPr txBox="1">
            <a:spLocks noGrp="1"/>
          </p:cNvSpPr>
          <p:nvPr>
            <p:ph type="subTitle" idx="14"/>
          </p:nvPr>
        </p:nvSpPr>
        <p:spPr>
          <a:xfrm>
            <a:off x="135600" y="3190086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4</a:t>
            </a:r>
            <a:endParaRPr dirty="0"/>
          </a:p>
        </p:txBody>
      </p:sp>
      <p:sp>
        <p:nvSpPr>
          <p:cNvPr id="793" name="Google Shape;793;p41"/>
          <p:cNvSpPr txBox="1">
            <a:spLocks noGrp="1"/>
          </p:cNvSpPr>
          <p:nvPr>
            <p:ph type="subTitle" idx="15"/>
          </p:nvPr>
        </p:nvSpPr>
        <p:spPr>
          <a:xfrm>
            <a:off x="2393753" y="3190163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5</a:t>
            </a:r>
            <a:endParaRPr dirty="0"/>
          </a:p>
        </p:txBody>
      </p:sp>
      <p:sp>
        <p:nvSpPr>
          <p:cNvPr id="794" name="Google Shape;794;p41"/>
          <p:cNvSpPr txBox="1">
            <a:spLocks noGrp="1"/>
          </p:cNvSpPr>
          <p:nvPr>
            <p:ph type="subTitle" idx="16"/>
          </p:nvPr>
        </p:nvSpPr>
        <p:spPr>
          <a:xfrm>
            <a:off x="3362796" y="206613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" dirty="0"/>
              <a:t>The </a:t>
            </a:r>
            <a:r>
              <a:rPr lang="en-US" dirty="0"/>
              <a:t>Questionnaire</a:t>
            </a:r>
            <a:endParaRPr dirty="0"/>
          </a:p>
        </p:txBody>
      </p:sp>
      <p:sp>
        <p:nvSpPr>
          <p:cNvPr id="796" name="Google Shape;796;p41"/>
          <p:cNvSpPr txBox="1">
            <a:spLocks noGrp="1"/>
          </p:cNvSpPr>
          <p:nvPr>
            <p:ph type="subTitle" idx="18"/>
          </p:nvPr>
        </p:nvSpPr>
        <p:spPr>
          <a:xfrm>
            <a:off x="4622855" y="353100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US" dirty="0"/>
              <a:t>Data Analysis</a:t>
            </a:r>
            <a:br>
              <a:rPr lang="en-US" dirty="0"/>
            </a:br>
            <a:endParaRPr dirty="0"/>
          </a:p>
        </p:txBody>
      </p:sp>
      <p:sp>
        <p:nvSpPr>
          <p:cNvPr id="798" name="Google Shape;798;p41"/>
          <p:cNvSpPr txBox="1">
            <a:spLocks noGrp="1"/>
          </p:cNvSpPr>
          <p:nvPr>
            <p:ph type="subTitle" idx="20"/>
          </p:nvPr>
        </p:nvSpPr>
        <p:spPr>
          <a:xfrm>
            <a:off x="3406067" y="1749921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2</a:t>
            </a:r>
            <a:endParaRPr dirty="0"/>
          </a:p>
        </p:txBody>
      </p:sp>
      <p:sp>
        <p:nvSpPr>
          <p:cNvPr id="799" name="Google Shape;799;p41"/>
          <p:cNvSpPr txBox="1">
            <a:spLocks noGrp="1"/>
          </p:cNvSpPr>
          <p:nvPr>
            <p:ph type="subTitle" idx="21"/>
          </p:nvPr>
        </p:nvSpPr>
        <p:spPr>
          <a:xfrm>
            <a:off x="4591264" y="3190086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6</a:t>
            </a:r>
            <a:endParaRPr dirty="0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7663777" y="38756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-160823" y="9567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778;p41"/>
          <p:cNvSpPr/>
          <p:nvPr/>
        </p:nvSpPr>
        <p:spPr>
          <a:xfrm>
            <a:off x="6965351" y="1607497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792;p41"/>
          <p:cNvSpPr txBox="1">
            <a:spLocks/>
          </p:cNvSpPr>
          <p:nvPr/>
        </p:nvSpPr>
        <p:spPr>
          <a:xfrm>
            <a:off x="5726895" y="1761187"/>
            <a:ext cx="2144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/>
            <a:r>
              <a:rPr lang="en-US" dirty="0"/>
              <a:t>Phase 3</a:t>
            </a:r>
          </a:p>
        </p:txBody>
      </p:sp>
      <p:sp>
        <p:nvSpPr>
          <p:cNvPr id="38" name="Google Shape;783;p41"/>
          <p:cNvSpPr txBox="1">
            <a:spLocks/>
          </p:cNvSpPr>
          <p:nvPr/>
        </p:nvSpPr>
        <p:spPr>
          <a:xfrm>
            <a:off x="5718476" y="2066134"/>
            <a:ext cx="21441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>
              <a:buSzPts val="1100"/>
            </a:pPr>
            <a:r>
              <a:rPr lang="en-US" dirty="0"/>
              <a:t>Sampling and Pretests</a:t>
            </a:r>
            <a:br>
              <a:rPr lang="en-US" dirty="0"/>
            </a:br>
            <a:endParaRPr lang="en-US" dirty="0"/>
          </a:p>
        </p:txBody>
      </p:sp>
      <p:sp>
        <p:nvSpPr>
          <p:cNvPr id="39" name="Google Shape;780;p41"/>
          <p:cNvSpPr/>
          <p:nvPr/>
        </p:nvSpPr>
        <p:spPr>
          <a:xfrm>
            <a:off x="8023720" y="3073869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799;p41"/>
          <p:cNvSpPr txBox="1">
            <a:spLocks/>
          </p:cNvSpPr>
          <p:nvPr/>
        </p:nvSpPr>
        <p:spPr>
          <a:xfrm>
            <a:off x="6798546" y="3190086"/>
            <a:ext cx="2144100" cy="4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/>
            <a:r>
              <a:rPr lang="en-US" dirty="0"/>
              <a:t>Phase 7</a:t>
            </a:r>
          </a:p>
        </p:txBody>
      </p:sp>
      <p:sp>
        <p:nvSpPr>
          <p:cNvPr id="42" name="Google Shape;796;p41"/>
          <p:cNvSpPr txBox="1">
            <a:spLocks/>
          </p:cNvSpPr>
          <p:nvPr/>
        </p:nvSpPr>
        <p:spPr>
          <a:xfrm>
            <a:off x="6776050" y="3531006"/>
            <a:ext cx="2144100" cy="5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ctor"/>
              <a:buNone/>
              <a:defRPr sz="21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>
              <a:buSzPts val="1100"/>
            </a:pPr>
            <a:r>
              <a:rPr lang="en-US" dirty="0"/>
              <a:t>Report &amp; Presentation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b="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47159" y="-608027"/>
            <a:ext cx="2649682" cy="9144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34503">
            <a:off x="5772849" y="981147"/>
            <a:ext cx="2419688" cy="2514951"/>
          </a:xfrm>
          <a:prstGeom prst="rect">
            <a:avLst/>
          </a:prstGeom>
        </p:spPr>
      </p:pic>
      <p:sp>
        <p:nvSpPr>
          <p:cNvPr id="19" name="Google Shape;1366;p56"/>
          <p:cNvSpPr txBox="1">
            <a:spLocks noGrp="1"/>
          </p:cNvSpPr>
          <p:nvPr>
            <p:ph type="title"/>
          </p:nvPr>
        </p:nvSpPr>
        <p:spPr>
          <a:xfrm>
            <a:off x="145472" y="3392358"/>
            <a:ext cx="7710900" cy="4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PHASE 1:</a:t>
            </a:r>
            <a:br>
              <a:rPr lang="en" sz="3600" dirty="0"/>
            </a:br>
            <a:r>
              <a:rPr lang="en" sz="3600" dirty="0"/>
              <a:t> </a:t>
            </a:r>
            <a:r>
              <a:rPr lang="en" sz="3600" dirty="0">
                <a:solidFill>
                  <a:schemeClr val="lt1"/>
                </a:solidFill>
              </a:rPr>
              <a:t>Survey Proposal</a:t>
            </a:r>
            <a:endParaRPr sz="3600" dirty="0">
              <a:solidFill>
                <a:schemeClr val="lt1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413" y="4711668"/>
            <a:ext cx="182896" cy="1828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924" y="4370840"/>
            <a:ext cx="182896" cy="1828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214" y="3010757"/>
            <a:ext cx="176799" cy="1767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242" y="4136610"/>
            <a:ext cx="176799" cy="17679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217" y="4824323"/>
            <a:ext cx="170703" cy="1707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180" y="4638510"/>
            <a:ext cx="414564" cy="32921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972" y="4967723"/>
            <a:ext cx="176799" cy="1767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02" y="4584574"/>
            <a:ext cx="347502" cy="37188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" y="4420789"/>
            <a:ext cx="176799" cy="17679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16" y="4995026"/>
            <a:ext cx="182896" cy="18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05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47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38767" t="37834" r="7604" b="1415"/>
          <a:stretch/>
        </p:blipFill>
        <p:spPr>
          <a:xfrm flipH="1">
            <a:off x="-1" y="730800"/>
            <a:ext cx="3895776" cy="4412701"/>
          </a:xfrm>
          <a:prstGeom prst="rect">
            <a:avLst/>
          </a:prstGeom>
        </p:spPr>
      </p:pic>
      <p:sp>
        <p:nvSpPr>
          <p:cNvPr id="1010" name="Google Shape;1010;p47"/>
          <p:cNvSpPr/>
          <p:nvPr/>
        </p:nvSpPr>
        <p:spPr>
          <a:xfrm rot="10800000">
            <a:off x="6" y="-3"/>
            <a:ext cx="4172217" cy="5137875"/>
          </a:xfrm>
          <a:custGeom>
            <a:avLst/>
            <a:gdLst/>
            <a:ahLst/>
            <a:cxnLst/>
            <a:rect l="l" t="t" r="r" b="b"/>
            <a:pathLst>
              <a:path w="16051" h="19766" extrusionOk="0">
                <a:moveTo>
                  <a:pt x="1" y="1"/>
                </a:moveTo>
                <a:lnTo>
                  <a:pt x="1" y="19766"/>
                </a:lnTo>
                <a:lnTo>
                  <a:pt x="16051" y="19766"/>
                </a:lnTo>
                <a:lnTo>
                  <a:pt x="16051" y="8176"/>
                </a:lnTo>
                <a:cubicBezTo>
                  <a:pt x="15678" y="8582"/>
                  <a:pt x="15333" y="9065"/>
                  <a:pt x="15025" y="9658"/>
                </a:cubicBezTo>
                <a:cubicBezTo>
                  <a:pt x="14229" y="11183"/>
                  <a:pt x="13730" y="12874"/>
                  <a:pt x="12699" y="14257"/>
                </a:cubicBezTo>
                <a:cubicBezTo>
                  <a:pt x="11910" y="15316"/>
                  <a:pt x="10581" y="16099"/>
                  <a:pt x="9209" y="16099"/>
                </a:cubicBezTo>
                <a:cubicBezTo>
                  <a:pt x="9081" y="16099"/>
                  <a:pt x="8953" y="16092"/>
                  <a:pt x="8825" y="16078"/>
                </a:cubicBezTo>
                <a:cubicBezTo>
                  <a:pt x="8156" y="16002"/>
                  <a:pt x="7573" y="15766"/>
                  <a:pt x="7069" y="15404"/>
                </a:cubicBezTo>
                <a:cubicBezTo>
                  <a:pt x="6733" y="15162"/>
                  <a:pt x="6426" y="14882"/>
                  <a:pt x="6158" y="14574"/>
                </a:cubicBezTo>
                <a:lnTo>
                  <a:pt x="6158" y="14574"/>
                </a:lnTo>
                <a:cubicBezTo>
                  <a:pt x="6279" y="14756"/>
                  <a:pt x="6371" y="14877"/>
                  <a:pt x="6388" y="14948"/>
                </a:cubicBezTo>
                <a:cubicBezTo>
                  <a:pt x="6397" y="14974"/>
                  <a:pt x="6393" y="14986"/>
                  <a:pt x="6379" y="14986"/>
                </a:cubicBezTo>
                <a:cubicBezTo>
                  <a:pt x="6366" y="14986"/>
                  <a:pt x="6346" y="14977"/>
                  <a:pt x="6317" y="14959"/>
                </a:cubicBezTo>
                <a:cubicBezTo>
                  <a:pt x="6256" y="14915"/>
                  <a:pt x="6163" y="14838"/>
                  <a:pt x="6054" y="14718"/>
                </a:cubicBezTo>
                <a:cubicBezTo>
                  <a:pt x="5823" y="14482"/>
                  <a:pt x="5522" y="14098"/>
                  <a:pt x="5246" y="13609"/>
                </a:cubicBezTo>
                <a:cubicBezTo>
                  <a:pt x="4967" y="13126"/>
                  <a:pt x="4714" y="12555"/>
                  <a:pt x="4512" y="11985"/>
                </a:cubicBezTo>
                <a:cubicBezTo>
                  <a:pt x="4309" y="11420"/>
                  <a:pt x="4155" y="10866"/>
                  <a:pt x="4033" y="10410"/>
                </a:cubicBezTo>
                <a:lnTo>
                  <a:pt x="4033" y="10410"/>
                </a:lnTo>
                <a:cubicBezTo>
                  <a:pt x="4078" y="10656"/>
                  <a:pt x="4078" y="10656"/>
                  <a:pt x="4127" y="10899"/>
                </a:cubicBezTo>
                <a:cubicBezTo>
                  <a:pt x="4078" y="10656"/>
                  <a:pt x="4028" y="10410"/>
                  <a:pt x="3952" y="10202"/>
                </a:cubicBezTo>
                <a:lnTo>
                  <a:pt x="3952" y="10202"/>
                </a:lnTo>
                <a:cubicBezTo>
                  <a:pt x="3995" y="10448"/>
                  <a:pt x="4073" y="10805"/>
                  <a:pt x="4149" y="11134"/>
                </a:cubicBezTo>
                <a:cubicBezTo>
                  <a:pt x="4226" y="11469"/>
                  <a:pt x="4303" y="11770"/>
                  <a:pt x="4325" y="11914"/>
                </a:cubicBezTo>
                <a:cubicBezTo>
                  <a:pt x="4259" y="11776"/>
                  <a:pt x="4193" y="11644"/>
                  <a:pt x="4132" y="11507"/>
                </a:cubicBezTo>
                <a:lnTo>
                  <a:pt x="4132" y="11507"/>
                </a:lnTo>
                <a:cubicBezTo>
                  <a:pt x="4264" y="12138"/>
                  <a:pt x="4560" y="13033"/>
                  <a:pt x="5021" y="13872"/>
                </a:cubicBezTo>
                <a:cubicBezTo>
                  <a:pt x="5252" y="14295"/>
                  <a:pt x="5532" y="14695"/>
                  <a:pt x="5818" y="15052"/>
                </a:cubicBezTo>
                <a:cubicBezTo>
                  <a:pt x="6108" y="15404"/>
                  <a:pt x="6416" y="15706"/>
                  <a:pt x="6685" y="15941"/>
                </a:cubicBezTo>
                <a:cubicBezTo>
                  <a:pt x="6015" y="15387"/>
                  <a:pt x="5461" y="14685"/>
                  <a:pt x="5028" y="13911"/>
                </a:cubicBezTo>
                <a:cubicBezTo>
                  <a:pt x="4593" y="13132"/>
                  <a:pt x="4271" y="12287"/>
                  <a:pt x="4012" y="11414"/>
                </a:cubicBezTo>
                <a:cubicBezTo>
                  <a:pt x="3754" y="10536"/>
                  <a:pt x="3562" y="9630"/>
                  <a:pt x="3392" y="8708"/>
                </a:cubicBezTo>
                <a:cubicBezTo>
                  <a:pt x="3309" y="8242"/>
                  <a:pt x="3233" y="7781"/>
                  <a:pt x="3162" y="7305"/>
                </a:cubicBezTo>
                <a:cubicBezTo>
                  <a:pt x="3096" y="6832"/>
                  <a:pt x="3040" y="6350"/>
                  <a:pt x="2997" y="5866"/>
                </a:cubicBezTo>
                <a:cubicBezTo>
                  <a:pt x="2838" y="3940"/>
                  <a:pt x="2888" y="1943"/>
                  <a:pt x="32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Proposal </a:t>
            </a:r>
            <a:r>
              <a:rPr lang="en" dirty="0">
                <a:solidFill>
                  <a:schemeClr val="lt1"/>
                </a:solidFill>
              </a:rPr>
              <a:t>Content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13" name="Google Shape;1013;p47"/>
          <p:cNvSpPr txBox="1">
            <a:spLocks noGrp="1"/>
          </p:cNvSpPr>
          <p:nvPr>
            <p:ph type="subTitle" idx="2"/>
          </p:nvPr>
        </p:nvSpPr>
        <p:spPr>
          <a:xfrm>
            <a:off x="4339288" y="1744997"/>
            <a:ext cx="3783756" cy="1008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survey aims to use the data collected in developing new products or menu items  that cater topeople’s preferences and dietary needs </a:t>
            </a:r>
            <a:endParaRPr dirty="0"/>
          </a:p>
        </p:txBody>
      </p:sp>
      <p:sp>
        <p:nvSpPr>
          <p:cNvPr id="1014" name="Google Shape;1014;p47"/>
          <p:cNvSpPr txBox="1">
            <a:spLocks noGrp="1"/>
          </p:cNvSpPr>
          <p:nvPr>
            <p:ph type="subTitle" idx="3"/>
          </p:nvPr>
        </p:nvSpPr>
        <p:spPr>
          <a:xfrm>
            <a:off x="3744629" y="2695968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dirty="0"/>
              <a:t>Participants</a:t>
            </a:r>
            <a:endParaRPr dirty="0"/>
          </a:p>
        </p:txBody>
      </p:sp>
      <p:sp>
        <p:nvSpPr>
          <p:cNvPr id="1015" name="Google Shape;1015;p47"/>
          <p:cNvSpPr txBox="1">
            <a:spLocks noGrp="1"/>
          </p:cNvSpPr>
          <p:nvPr>
            <p:ph type="subTitle" idx="4"/>
          </p:nvPr>
        </p:nvSpPr>
        <p:spPr>
          <a:xfrm>
            <a:off x="3744629" y="1402597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" dirty="0"/>
              <a:t>Objectives</a:t>
            </a:r>
            <a:endParaRPr dirty="0"/>
          </a:p>
        </p:txBody>
      </p:sp>
      <p:sp>
        <p:nvSpPr>
          <p:cNvPr id="1016" name="Google Shape;1016;p47"/>
          <p:cNvSpPr/>
          <p:nvPr/>
        </p:nvSpPr>
        <p:spPr>
          <a:xfrm flipH="1">
            <a:off x="7971113" y="6043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47"/>
          <p:cNvSpPr/>
          <p:nvPr/>
        </p:nvSpPr>
        <p:spPr>
          <a:xfrm flipH="1">
            <a:off x="350725" y="11250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47"/>
          <p:cNvSpPr/>
          <p:nvPr/>
        </p:nvSpPr>
        <p:spPr>
          <a:xfrm flipH="1">
            <a:off x="8351325" y="8225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7"/>
          <p:cNvSpPr/>
          <p:nvPr/>
        </p:nvSpPr>
        <p:spPr>
          <a:xfrm flipH="1">
            <a:off x="8396325" y="248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7"/>
          <p:cNvSpPr/>
          <p:nvPr/>
        </p:nvSpPr>
        <p:spPr>
          <a:xfrm flipH="1">
            <a:off x="8454200" y="41536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47"/>
          <p:cNvSpPr/>
          <p:nvPr/>
        </p:nvSpPr>
        <p:spPr>
          <a:xfrm flipH="1">
            <a:off x="7971125" y="46672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2" name="Google Shape;1022;p47"/>
          <p:cNvGrpSpPr/>
          <p:nvPr/>
        </p:nvGrpSpPr>
        <p:grpSpPr>
          <a:xfrm rot="1279356">
            <a:off x="8018596" y="1182415"/>
            <a:ext cx="355582" cy="327983"/>
            <a:chOff x="4163600" y="4224300"/>
            <a:chExt cx="355600" cy="328000"/>
          </a:xfrm>
        </p:grpSpPr>
        <p:sp>
          <p:nvSpPr>
            <p:cNvPr id="1023" name="Google Shape;1023;p47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7" name="Google Shape;1027;p47"/>
          <p:cNvGrpSpPr/>
          <p:nvPr/>
        </p:nvGrpSpPr>
        <p:grpSpPr>
          <a:xfrm>
            <a:off x="433075" y="471400"/>
            <a:ext cx="363725" cy="351125"/>
            <a:chOff x="5145800" y="1682800"/>
            <a:chExt cx="363725" cy="351125"/>
          </a:xfrm>
        </p:grpSpPr>
        <p:sp>
          <p:nvSpPr>
            <p:cNvPr id="1028" name="Google Shape;1028;p47"/>
            <p:cNvSpPr/>
            <p:nvPr/>
          </p:nvSpPr>
          <p:spPr>
            <a:xfrm>
              <a:off x="5274150" y="1732425"/>
              <a:ext cx="175975" cy="175600"/>
            </a:xfrm>
            <a:custGeom>
              <a:avLst/>
              <a:gdLst/>
              <a:ahLst/>
              <a:cxnLst/>
              <a:rect l="l" t="t" r="r" b="b"/>
              <a:pathLst>
                <a:path w="7039" h="7024" extrusionOk="0">
                  <a:moveTo>
                    <a:pt x="1171" y="1"/>
                  </a:moveTo>
                  <a:lnTo>
                    <a:pt x="1" y="1156"/>
                  </a:lnTo>
                  <a:lnTo>
                    <a:pt x="5868" y="7023"/>
                  </a:lnTo>
                  <a:lnTo>
                    <a:pt x="7038" y="5853"/>
                  </a:lnTo>
                  <a:cubicBezTo>
                    <a:pt x="6812" y="5790"/>
                    <a:pt x="6570" y="5693"/>
                    <a:pt x="6356" y="5482"/>
                  </a:cubicBezTo>
                  <a:cubicBezTo>
                    <a:pt x="6001" y="5123"/>
                    <a:pt x="5934" y="4717"/>
                    <a:pt x="5903" y="4390"/>
                  </a:cubicBezTo>
                  <a:cubicBezTo>
                    <a:pt x="5852" y="4082"/>
                    <a:pt x="5821" y="3922"/>
                    <a:pt x="5673" y="3758"/>
                  </a:cubicBezTo>
                  <a:cubicBezTo>
                    <a:pt x="5513" y="3610"/>
                    <a:pt x="5349" y="3578"/>
                    <a:pt x="5041" y="3532"/>
                  </a:cubicBezTo>
                  <a:cubicBezTo>
                    <a:pt x="4717" y="3481"/>
                    <a:pt x="4308" y="3434"/>
                    <a:pt x="3953" y="3075"/>
                  </a:cubicBezTo>
                  <a:cubicBezTo>
                    <a:pt x="3594" y="2716"/>
                    <a:pt x="3547" y="2310"/>
                    <a:pt x="3496" y="1987"/>
                  </a:cubicBezTo>
                  <a:cubicBezTo>
                    <a:pt x="3449" y="1694"/>
                    <a:pt x="3414" y="1515"/>
                    <a:pt x="3270" y="1366"/>
                  </a:cubicBezTo>
                  <a:cubicBezTo>
                    <a:pt x="3122" y="1206"/>
                    <a:pt x="2942" y="1171"/>
                    <a:pt x="2650" y="1140"/>
                  </a:cubicBezTo>
                  <a:cubicBezTo>
                    <a:pt x="2326" y="1093"/>
                    <a:pt x="1904" y="1027"/>
                    <a:pt x="1561" y="668"/>
                  </a:cubicBezTo>
                  <a:cubicBezTo>
                    <a:pt x="1335" y="457"/>
                    <a:pt x="1237" y="231"/>
                    <a:pt x="11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5321350" y="1682800"/>
              <a:ext cx="188175" cy="178100"/>
            </a:xfrm>
            <a:custGeom>
              <a:avLst/>
              <a:gdLst/>
              <a:ahLst/>
              <a:cxnLst/>
              <a:rect l="l" t="t" r="r" b="b"/>
              <a:pathLst>
                <a:path w="7527" h="7124" extrusionOk="0">
                  <a:moveTo>
                    <a:pt x="2991" y="0"/>
                  </a:moveTo>
                  <a:cubicBezTo>
                    <a:pt x="1930" y="0"/>
                    <a:pt x="869" y="402"/>
                    <a:pt x="63" y="1206"/>
                  </a:cubicBezTo>
                  <a:lnTo>
                    <a:pt x="1" y="1272"/>
                  </a:lnTo>
                  <a:cubicBezTo>
                    <a:pt x="63" y="1631"/>
                    <a:pt x="48" y="1888"/>
                    <a:pt x="243" y="2083"/>
                  </a:cubicBezTo>
                  <a:cubicBezTo>
                    <a:pt x="407" y="2232"/>
                    <a:pt x="586" y="2263"/>
                    <a:pt x="879" y="2314"/>
                  </a:cubicBezTo>
                  <a:cubicBezTo>
                    <a:pt x="1202" y="2345"/>
                    <a:pt x="1608" y="2411"/>
                    <a:pt x="1967" y="2766"/>
                  </a:cubicBezTo>
                  <a:cubicBezTo>
                    <a:pt x="2322" y="3125"/>
                    <a:pt x="2373" y="3531"/>
                    <a:pt x="2420" y="3859"/>
                  </a:cubicBezTo>
                  <a:cubicBezTo>
                    <a:pt x="2470" y="4151"/>
                    <a:pt x="2501" y="4327"/>
                    <a:pt x="2650" y="4475"/>
                  </a:cubicBezTo>
                  <a:cubicBezTo>
                    <a:pt x="2794" y="4639"/>
                    <a:pt x="2973" y="4670"/>
                    <a:pt x="3266" y="4701"/>
                  </a:cubicBezTo>
                  <a:cubicBezTo>
                    <a:pt x="3609" y="4752"/>
                    <a:pt x="4015" y="4814"/>
                    <a:pt x="4354" y="5158"/>
                  </a:cubicBezTo>
                  <a:cubicBezTo>
                    <a:pt x="4713" y="5517"/>
                    <a:pt x="4780" y="5922"/>
                    <a:pt x="4827" y="6246"/>
                  </a:cubicBezTo>
                  <a:cubicBezTo>
                    <a:pt x="4858" y="6554"/>
                    <a:pt x="4893" y="6718"/>
                    <a:pt x="5053" y="6882"/>
                  </a:cubicBezTo>
                  <a:cubicBezTo>
                    <a:pt x="5248" y="7077"/>
                    <a:pt x="5509" y="7077"/>
                    <a:pt x="5853" y="7124"/>
                  </a:cubicBezTo>
                  <a:lnTo>
                    <a:pt x="5915" y="7077"/>
                  </a:lnTo>
                  <a:cubicBezTo>
                    <a:pt x="7526" y="5450"/>
                    <a:pt x="7526" y="2833"/>
                    <a:pt x="5915" y="1206"/>
                  </a:cubicBezTo>
                  <a:cubicBezTo>
                    <a:pt x="5111" y="402"/>
                    <a:pt x="4051" y="0"/>
                    <a:pt x="2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5194950" y="1817000"/>
              <a:ext cx="170700" cy="169275"/>
            </a:xfrm>
            <a:custGeom>
              <a:avLst/>
              <a:gdLst/>
              <a:ahLst/>
              <a:cxnLst/>
              <a:rect l="l" t="t" r="r" b="b"/>
              <a:pathLst>
                <a:path w="6828" h="6771" extrusionOk="0">
                  <a:moveTo>
                    <a:pt x="961" y="0"/>
                  </a:moveTo>
                  <a:lnTo>
                    <a:pt x="161" y="796"/>
                  </a:lnTo>
                  <a:cubicBezTo>
                    <a:pt x="1" y="960"/>
                    <a:pt x="1" y="1221"/>
                    <a:pt x="161" y="1366"/>
                  </a:cubicBezTo>
                  <a:lnTo>
                    <a:pt x="5447" y="6648"/>
                  </a:lnTo>
                  <a:cubicBezTo>
                    <a:pt x="5527" y="6730"/>
                    <a:pt x="5632" y="6771"/>
                    <a:pt x="5738" y="6771"/>
                  </a:cubicBezTo>
                  <a:cubicBezTo>
                    <a:pt x="5844" y="6771"/>
                    <a:pt x="5950" y="6730"/>
                    <a:pt x="6032" y="6648"/>
                  </a:cubicBezTo>
                  <a:lnTo>
                    <a:pt x="6828" y="5852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5233575" y="1775925"/>
              <a:ext cx="172650" cy="172750"/>
            </a:xfrm>
            <a:custGeom>
              <a:avLst/>
              <a:gdLst/>
              <a:ahLst/>
              <a:cxnLst/>
              <a:rect l="l" t="t" r="r" b="b"/>
              <a:pathLst>
                <a:path w="6906" h="6910" extrusionOk="0">
                  <a:moveTo>
                    <a:pt x="1054" y="1"/>
                  </a:moveTo>
                  <a:lnTo>
                    <a:pt x="1" y="1058"/>
                  </a:lnTo>
                  <a:lnTo>
                    <a:pt x="5852" y="6910"/>
                  </a:lnTo>
                  <a:lnTo>
                    <a:pt x="6906" y="586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5145800" y="1913750"/>
              <a:ext cx="122725" cy="120175"/>
            </a:xfrm>
            <a:custGeom>
              <a:avLst/>
              <a:gdLst/>
              <a:ahLst/>
              <a:cxnLst/>
              <a:rect l="l" t="t" r="r" b="b"/>
              <a:pathLst>
                <a:path w="4909" h="4807" extrusionOk="0">
                  <a:moveTo>
                    <a:pt x="3477" y="0"/>
                  </a:moveTo>
                  <a:lnTo>
                    <a:pt x="406" y="3070"/>
                  </a:lnTo>
                  <a:cubicBezTo>
                    <a:pt x="1" y="3461"/>
                    <a:pt x="1" y="4112"/>
                    <a:pt x="406" y="4502"/>
                  </a:cubicBezTo>
                  <a:cubicBezTo>
                    <a:pt x="602" y="4705"/>
                    <a:pt x="861" y="4806"/>
                    <a:pt x="1120" y="4806"/>
                  </a:cubicBezTo>
                  <a:cubicBezTo>
                    <a:pt x="1380" y="4806"/>
                    <a:pt x="1639" y="4705"/>
                    <a:pt x="1834" y="4502"/>
                  </a:cubicBezTo>
                  <a:lnTo>
                    <a:pt x="4908" y="1448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47"/>
          <p:cNvGrpSpPr/>
          <p:nvPr/>
        </p:nvGrpSpPr>
        <p:grpSpPr>
          <a:xfrm rot="-1240283">
            <a:off x="8452265" y="4546988"/>
            <a:ext cx="186971" cy="351042"/>
            <a:chOff x="4730050" y="4212675"/>
            <a:chExt cx="186975" cy="351050"/>
          </a:xfrm>
        </p:grpSpPr>
        <p:sp>
          <p:nvSpPr>
            <p:cNvPr id="1034" name="Google Shape;1034;p47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1013;p47"/>
          <p:cNvSpPr txBox="1">
            <a:spLocks noGrp="1"/>
          </p:cNvSpPr>
          <p:nvPr>
            <p:ph type="subTitle" idx="2"/>
          </p:nvPr>
        </p:nvSpPr>
        <p:spPr>
          <a:xfrm>
            <a:off x="4339288" y="2992184"/>
            <a:ext cx="3783756" cy="1008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The survey is to be conducted on a number of students from Alexandria University ranging from 500 or more students using an anonymous online platform.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47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38767" t="37834" r="7604" b="1415"/>
          <a:stretch/>
        </p:blipFill>
        <p:spPr>
          <a:xfrm flipH="1">
            <a:off x="-1" y="730800"/>
            <a:ext cx="3895776" cy="4412701"/>
          </a:xfrm>
          <a:prstGeom prst="rect">
            <a:avLst/>
          </a:prstGeom>
        </p:spPr>
      </p:pic>
      <p:sp>
        <p:nvSpPr>
          <p:cNvPr id="1010" name="Google Shape;1010;p47"/>
          <p:cNvSpPr/>
          <p:nvPr/>
        </p:nvSpPr>
        <p:spPr>
          <a:xfrm rot="10800000">
            <a:off x="6" y="-3"/>
            <a:ext cx="4172217" cy="5137875"/>
          </a:xfrm>
          <a:custGeom>
            <a:avLst/>
            <a:gdLst/>
            <a:ahLst/>
            <a:cxnLst/>
            <a:rect l="l" t="t" r="r" b="b"/>
            <a:pathLst>
              <a:path w="16051" h="19766" extrusionOk="0">
                <a:moveTo>
                  <a:pt x="1" y="1"/>
                </a:moveTo>
                <a:lnTo>
                  <a:pt x="1" y="19766"/>
                </a:lnTo>
                <a:lnTo>
                  <a:pt x="16051" y="19766"/>
                </a:lnTo>
                <a:lnTo>
                  <a:pt x="16051" y="8176"/>
                </a:lnTo>
                <a:cubicBezTo>
                  <a:pt x="15678" y="8582"/>
                  <a:pt x="15333" y="9065"/>
                  <a:pt x="15025" y="9658"/>
                </a:cubicBezTo>
                <a:cubicBezTo>
                  <a:pt x="14229" y="11183"/>
                  <a:pt x="13730" y="12874"/>
                  <a:pt x="12699" y="14257"/>
                </a:cubicBezTo>
                <a:cubicBezTo>
                  <a:pt x="11910" y="15316"/>
                  <a:pt x="10581" y="16099"/>
                  <a:pt x="9209" y="16099"/>
                </a:cubicBezTo>
                <a:cubicBezTo>
                  <a:pt x="9081" y="16099"/>
                  <a:pt x="8953" y="16092"/>
                  <a:pt x="8825" y="16078"/>
                </a:cubicBezTo>
                <a:cubicBezTo>
                  <a:pt x="8156" y="16002"/>
                  <a:pt x="7573" y="15766"/>
                  <a:pt x="7069" y="15404"/>
                </a:cubicBezTo>
                <a:cubicBezTo>
                  <a:pt x="6733" y="15162"/>
                  <a:pt x="6426" y="14882"/>
                  <a:pt x="6158" y="14574"/>
                </a:cubicBezTo>
                <a:lnTo>
                  <a:pt x="6158" y="14574"/>
                </a:lnTo>
                <a:cubicBezTo>
                  <a:pt x="6279" y="14756"/>
                  <a:pt x="6371" y="14877"/>
                  <a:pt x="6388" y="14948"/>
                </a:cubicBezTo>
                <a:cubicBezTo>
                  <a:pt x="6397" y="14974"/>
                  <a:pt x="6393" y="14986"/>
                  <a:pt x="6379" y="14986"/>
                </a:cubicBezTo>
                <a:cubicBezTo>
                  <a:pt x="6366" y="14986"/>
                  <a:pt x="6346" y="14977"/>
                  <a:pt x="6317" y="14959"/>
                </a:cubicBezTo>
                <a:cubicBezTo>
                  <a:pt x="6256" y="14915"/>
                  <a:pt x="6163" y="14838"/>
                  <a:pt x="6054" y="14718"/>
                </a:cubicBezTo>
                <a:cubicBezTo>
                  <a:pt x="5823" y="14482"/>
                  <a:pt x="5522" y="14098"/>
                  <a:pt x="5246" y="13609"/>
                </a:cubicBezTo>
                <a:cubicBezTo>
                  <a:pt x="4967" y="13126"/>
                  <a:pt x="4714" y="12555"/>
                  <a:pt x="4512" y="11985"/>
                </a:cubicBezTo>
                <a:cubicBezTo>
                  <a:pt x="4309" y="11420"/>
                  <a:pt x="4155" y="10866"/>
                  <a:pt x="4033" y="10410"/>
                </a:cubicBezTo>
                <a:lnTo>
                  <a:pt x="4033" y="10410"/>
                </a:lnTo>
                <a:cubicBezTo>
                  <a:pt x="4078" y="10656"/>
                  <a:pt x="4078" y="10656"/>
                  <a:pt x="4127" y="10899"/>
                </a:cubicBezTo>
                <a:cubicBezTo>
                  <a:pt x="4078" y="10656"/>
                  <a:pt x="4028" y="10410"/>
                  <a:pt x="3952" y="10202"/>
                </a:cubicBezTo>
                <a:lnTo>
                  <a:pt x="3952" y="10202"/>
                </a:lnTo>
                <a:cubicBezTo>
                  <a:pt x="3995" y="10448"/>
                  <a:pt x="4073" y="10805"/>
                  <a:pt x="4149" y="11134"/>
                </a:cubicBezTo>
                <a:cubicBezTo>
                  <a:pt x="4226" y="11469"/>
                  <a:pt x="4303" y="11770"/>
                  <a:pt x="4325" y="11914"/>
                </a:cubicBezTo>
                <a:cubicBezTo>
                  <a:pt x="4259" y="11776"/>
                  <a:pt x="4193" y="11644"/>
                  <a:pt x="4132" y="11507"/>
                </a:cubicBezTo>
                <a:lnTo>
                  <a:pt x="4132" y="11507"/>
                </a:lnTo>
                <a:cubicBezTo>
                  <a:pt x="4264" y="12138"/>
                  <a:pt x="4560" y="13033"/>
                  <a:pt x="5021" y="13872"/>
                </a:cubicBezTo>
                <a:cubicBezTo>
                  <a:pt x="5252" y="14295"/>
                  <a:pt x="5532" y="14695"/>
                  <a:pt x="5818" y="15052"/>
                </a:cubicBezTo>
                <a:cubicBezTo>
                  <a:pt x="6108" y="15404"/>
                  <a:pt x="6416" y="15706"/>
                  <a:pt x="6685" y="15941"/>
                </a:cubicBezTo>
                <a:cubicBezTo>
                  <a:pt x="6015" y="15387"/>
                  <a:pt x="5461" y="14685"/>
                  <a:pt x="5028" y="13911"/>
                </a:cubicBezTo>
                <a:cubicBezTo>
                  <a:pt x="4593" y="13132"/>
                  <a:pt x="4271" y="12287"/>
                  <a:pt x="4012" y="11414"/>
                </a:cubicBezTo>
                <a:cubicBezTo>
                  <a:pt x="3754" y="10536"/>
                  <a:pt x="3562" y="9630"/>
                  <a:pt x="3392" y="8708"/>
                </a:cubicBezTo>
                <a:cubicBezTo>
                  <a:pt x="3309" y="8242"/>
                  <a:pt x="3233" y="7781"/>
                  <a:pt x="3162" y="7305"/>
                </a:cubicBezTo>
                <a:cubicBezTo>
                  <a:pt x="3096" y="6832"/>
                  <a:pt x="3040" y="6350"/>
                  <a:pt x="2997" y="5866"/>
                </a:cubicBezTo>
                <a:cubicBezTo>
                  <a:pt x="2838" y="3940"/>
                  <a:pt x="2888" y="1943"/>
                  <a:pt x="32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Proposal </a:t>
            </a:r>
            <a:r>
              <a:rPr lang="en" dirty="0">
                <a:solidFill>
                  <a:schemeClr val="lt1"/>
                </a:solidFill>
              </a:rPr>
              <a:t>Content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13" name="Google Shape;1013;p47"/>
          <p:cNvSpPr txBox="1">
            <a:spLocks noGrp="1"/>
          </p:cNvSpPr>
          <p:nvPr>
            <p:ph type="subTitle" idx="2"/>
          </p:nvPr>
        </p:nvSpPr>
        <p:spPr>
          <a:xfrm>
            <a:off x="4339288" y="1744997"/>
            <a:ext cx="3970244" cy="1008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The survey is designed in the form of an online questionnaire of 20 – 30 questions. It is easy to complete and takes no more than 10 - 15 minutes.</a:t>
            </a:r>
            <a:endParaRPr dirty="0"/>
          </a:p>
        </p:txBody>
      </p:sp>
      <p:sp>
        <p:nvSpPr>
          <p:cNvPr id="1014" name="Google Shape;1014;p47"/>
          <p:cNvSpPr txBox="1">
            <a:spLocks noGrp="1"/>
          </p:cNvSpPr>
          <p:nvPr>
            <p:ph type="subTitle" idx="3"/>
          </p:nvPr>
        </p:nvSpPr>
        <p:spPr>
          <a:xfrm>
            <a:off x="3744629" y="2695968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dirty="0"/>
              <a:t>Data Analysis</a:t>
            </a:r>
            <a:endParaRPr dirty="0"/>
          </a:p>
        </p:txBody>
      </p:sp>
      <p:sp>
        <p:nvSpPr>
          <p:cNvPr id="1015" name="Google Shape;1015;p47"/>
          <p:cNvSpPr txBox="1">
            <a:spLocks noGrp="1"/>
          </p:cNvSpPr>
          <p:nvPr>
            <p:ph type="subTitle" idx="4"/>
          </p:nvPr>
        </p:nvSpPr>
        <p:spPr>
          <a:xfrm>
            <a:off x="3744629" y="1402597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" dirty="0"/>
              <a:t>Survey Design </a:t>
            </a:r>
            <a:endParaRPr dirty="0"/>
          </a:p>
        </p:txBody>
      </p:sp>
      <p:sp>
        <p:nvSpPr>
          <p:cNvPr id="1016" name="Google Shape;1016;p47"/>
          <p:cNvSpPr/>
          <p:nvPr/>
        </p:nvSpPr>
        <p:spPr>
          <a:xfrm flipH="1">
            <a:off x="7971113" y="6043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47"/>
          <p:cNvSpPr/>
          <p:nvPr/>
        </p:nvSpPr>
        <p:spPr>
          <a:xfrm flipH="1">
            <a:off x="350725" y="11250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47"/>
          <p:cNvSpPr/>
          <p:nvPr/>
        </p:nvSpPr>
        <p:spPr>
          <a:xfrm flipH="1">
            <a:off x="8351325" y="8225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7"/>
          <p:cNvSpPr/>
          <p:nvPr/>
        </p:nvSpPr>
        <p:spPr>
          <a:xfrm flipH="1">
            <a:off x="8396325" y="248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7"/>
          <p:cNvSpPr/>
          <p:nvPr/>
        </p:nvSpPr>
        <p:spPr>
          <a:xfrm flipH="1">
            <a:off x="8454200" y="41536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47"/>
          <p:cNvSpPr/>
          <p:nvPr/>
        </p:nvSpPr>
        <p:spPr>
          <a:xfrm flipH="1">
            <a:off x="7971125" y="46672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2" name="Google Shape;1022;p47"/>
          <p:cNvGrpSpPr/>
          <p:nvPr/>
        </p:nvGrpSpPr>
        <p:grpSpPr>
          <a:xfrm rot="1279356">
            <a:off x="8018596" y="1182415"/>
            <a:ext cx="355582" cy="327983"/>
            <a:chOff x="4163600" y="4224300"/>
            <a:chExt cx="355600" cy="328000"/>
          </a:xfrm>
        </p:grpSpPr>
        <p:sp>
          <p:nvSpPr>
            <p:cNvPr id="1023" name="Google Shape;1023;p47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7" name="Google Shape;1027;p47"/>
          <p:cNvGrpSpPr/>
          <p:nvPr/>
        </p:nvGrpSpPr>
        <p:grpSpPr>
          <a:xfrm>
            <a:off x="433075" y="471400"/>
            <a:ext cx="363725" cy="351125"/>
            <a:chOff x="5145800" y="1682800"/>
            <a:chExt cx="363725" cy="351125"/>
          </a:xfrm>
        </p:grpSpPr>
        <p:sp>
          <p:nvSpPr>
            <p:cNvPr id="1028" name="Google Shape;1028;p47"/>
            <p:cNvSpPr/>
            <p:nvPr/>
          </p:nvSpPr>
          <p:spPr>
            <a:xfrm>
              <a:off x="5274150" y="1732425"/>
              <a:ext cx="175975" cy="175600"/>
            </a:xfrm>
            <a:custGeom>
              <a:avLst/>
              <a:gdLst/>
              <a:ahLst/>
              <a:cxnLst/>
              <a:rect l="l" t="t" r="r" b="b"/>
              <a:pathLst>
                <a:path w="7039" h="7024" extrusionOk="0">
                  <a:moveTo>
                    <a:pt x="1171" y="1"/>
                  </a:moveTo>
                  <a:lnTo>
                    <a:pt x="1" y="1156"/>
                  </a:lnTo>
                  <a:lnTo>
                    <a:pt x="5868" y="7023"/>
                  </a:lnTo>
                  <a:lnTo>
                    <a:pt x="7038" y="5853"/>
                  </a:lnTo>
                  <a:cubicBezTo>
                    <a:pt x="6812" y="5790"/>
                    <a:pt x="6570" y="5693"/>
                    <a:pt x="6356" y="5482"/>
                  </a:cubicBezTo>
                  <a:cubicBezTo>
                    <a:pt x="6001" y="5123"/>
                    <a:pt x="5934" y="4717"/>
                    <a:pt x="5903" y="4390"/>
                  </a:cubicBezTo>
                  <a:cubicBezTo>
                    <a:pt x="5852" y="4082"/>
                    <a:pt x="5821" y="3922"/>
                    <a:pt x="5673" y="3758"/>
                  </a:cubicBezTo>
                  <a:cubicBezTo>
                    <a:pt x="5513" y="3610"/>
                    <a:pt x="5349" y="3578"/>
                    <a:pt x="5041" y="3532"/>
                  </a:cubicBezTo>
                  <a:cubicBezTo>
                    <a:pt x="4717" y="3481"/>
                    <a:pt x="4308" y="3434"/>
                    <a:pt x="3953" y="3075"/>
                  </a:cubicBezTo>
                  <a:cubicBezTo>
                    <a:pt x="3594" y="2716"/>
                    <a:pt x="3547" y="2310"/>
                    <a:pt x="3496" y="1987"/>
                  </a:cubicBezTo>
                  <a:cubicBezTo>
                    <a:pt x="3449" y="1694"/>
                    <a:pt x="3414" y="1515"/>
                    <a:pt x="3270" y="1366"/>
                  </a:cubicBezTo>
                  <a:cubicBezTo>
                    <a:pt x="3122" y="1206"/>
                    <a:pt x="2942" y="1171"/>
                    <a:pt x="2650" y="1140"/>
                  </a:cubicBezTo>
                  <a:cubicBezTo>
                    <a:pt x="2326" y="1093"/>
                    <a:pt x="1904" y="1027"/>
                    <a:pt x="1561" y="668"/>
                  </a:cubicBezTo>
                  <a:cubicBezTo>
                    <a:pt x="1335" y="457"/>
                    <a:pt x="1237" y="231"/>
                    <a:pt x="11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5321350" y="1682800"/>
              <a:ext cx="188175" cy="178100"/>
            </a:xfrm>
            <a:custGeom>
              <a:avLst/>
              <a:gdLst/>
              <a:ahLst/>
              <a:cxnLst/>
              <a:rect l="l" t="t" r="r" b="b"/>
              <a:pathLst>
                <a:path w="7527" h="7124" extrusionOk="0">
                  <a:moveTo>
                    <a:pt x="2991" y="0"/>
                  </a:moveTo>
                  <a:cubicBezTo>
                    <a:pt x="1930" y="0"/>
                    <a:pt x="869" y="402"/>
                    <a:pt x="63" y="1206"/>
                  </a:cubicBezTo>
                  <a:lnTo>
                    <a:pt x="1" y="1272"/>
                  </a:lnTo>
                  <a:cubicBezTo>
                    <a:pt x="63" y="1631"/>
                    <a:pt x="48" y="1888"/>
                    <a:pt x="243" y="2083"/>
                  </a:cubicBezTo>
                  <a:cubicBezTo>
                    <a:pt x="407" y="2232"/>
                    <a:pt x="586" y="2263"/>
                    <a:pt x="879" y="2314"/>
                  </a:cubicBezTo>
                  <a:cubicBezTo>
                    <a:pt x="1202" y="2345"/>
                    <a:pt x="1608" y="2411"/>
                    <a:pt x="1967" y="2766"/>
                  </a:cubicBezTo>
                  <a:cubicBezTo>
                    <a:pt x="2322" y="3125"/>
                    <a:pt x="2373" y="3531"/>
                    <a:pt x="2420" y="3859"/>
                  </a:cubicBezTo>
                  <a:cubicBezTo>
                    <a:pt x="2470" y="4151"/>
                    <a:pt x="2501" y="4327"/>
                    <a:pt x="2650" y="4475"/>
                  </a:cubicBezTo>
                  <a:cubicBezTo>
                    <a:pt x="2794" y="4639"/>
                    <a:pt x="2973" y="4670"/>
                    <a:pt x="3266" y="4701"/>
                  </a:cubicBezTo>
                  <a:cubicBezTo>
                    <a:pt x="3609" y="4752"/>
                    <a:pt x="4015" y="4814"/>
                    <a:pt x="4354" y="5158"/>
                  </a:cubicBezTo>
                  <a:cubicBezTo>
                    <a:pt x="4713" y="5517"/>
                    <a:pt x="4780" y="5922"/>
                    <a:pt x="4827" y="6246"/>
                  </a:cubicBezTo>
                  <a:cubicBezTo>
                    <a:pt x="4858" y="6554"/>
                    <a:pt x="4893" y="6718"/>
                    <a:pt x="5053" y="6882"/>
                  </a:cubicBezTo>
                  <a:cubicBezTo>
                    <a:pt x="5248" y="7077"/>
                    <a:pt x="5509" y="7077"/>
                    <a:pt x="5853" y="7124"/>
                  </a:cubicBezTo>
                  <a:lnTo>
                    <a:pt x="5915" y="7077"/>
                  </a:lnTo>
                  <a:cubicBezTo>
                    <a:pt x="7526" y="5450"/>
                    <a:pt x="7526" y="2833"/>
                    <a:pt x="5915" y="1206"/>
                  </a:cubicBezTo>
                  <a:cubicBezTo>
                    <a:pt x="5111" y="402"/>
                    <a:pt x="4051" y="0"/>
                    <a:pt x="2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5194950" y="1817000"/>
              <a:ext cx="170700" cy="169275"/>
            </a:xfrm>
            <a:custGeom>
              <a:avLst/>
              <a:gdLst/>
              <a:ahLst/>
              <a:cxnLst/>
              <a:rect l="l" t="t" r="r" b="b"/>
              <a:pathLst>
                <a:path w="6828" h="6771" extrusionOk="0">
                  <a:moveTo>
                    <a:pt x="961" y="0"/>
                  </a:moveTo>
                  <a:lnTo>
                    <a:pt x="161" y="796"/>
                  </a:lnTo>
                  <a:cubicBezTo>
                    <a:pt x="1" y="960"/>
                    <a:pt x="1" y="1221"/>
                    <a:pt x="161" y="1366"/>
                  </a:cubicBezTo>
                  <a:lnTo>
                    <a:pt x="5447" y="6648"/>
                  </a:lnTo>
                  <a:cubicBezTo>
                    <a:pt x="5527" y="6730"/>
                    <a:pt x="5632" y="6771"/>
                    <a:pt x="5738" y="6771"/>
                  </a:cubicBezTo>
                  <a:cubicBezTo>
                    <a:pt x="5844" y="6771"/>
                    <a:pt x="5950" y="6730"/>
                    <a:pt x="6032" y="6648"/>
                  </a:cubicBezTo>
                  <a:lnTo>
                    <a:pt x="6828" y="5852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5233575" y="1775925"/>
              <a:ext cx="172650" cy="172750"/>
            </a:xfrm>
            <a:custGeom>
              <a:avLst/>
              <a:gdLst/>
              <a:ahLst/>
              <a:cxnLst/>
              <a:rect l="l" t="t" r="r" b="b"/>
              <a:pathLst>
                <a:path w="6906" h="6910" extrusionOk="0">
                  <a:moveTo>
                    <a:pt x="1054" y="1"/>
                  </a:moveTo>
                  <a:lnTo>
                    <a:pt x="1" y="1058"/>
                  </a:lnTo>
                  <a:lnTo>
                    <a:pt x="5852" y="6910"/>
                  </a:lnTo>
                  <a:lnTo>
                    <a:pt x="6906" y="586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5145800" y="1913750"/>
              <a:ext cx="122725" cy="120175"/>
            </a:xfrm>
            <a:custGeom>
              <a:avLst/>
              <a:gdLst/>
              <a:ahLst/>
              <a:cxnLst/>
              <a:rect l="l" t="t" r="r" b="b"/>
              <a:pathLst>
                <a:path w="4909" h="4807" extrusionOk="0">
                  <a:moveTo>
                    <a:pt x="3477" y="0"/>
                  </a:moveTo>
                  <a:lnTo>
                    <a:pt x="406" y="3070"/>
                  </a:lnTo>
                  <a:cubicBezTo>
                    <a:pt x="1" y="3461"/>
                    <a:pt x="1" y="4112"/>
                    <a:pt x="406" y="4502"/>
                  </a:cubicBezTo>
                  <a:cubicBezTo>
                    <a:pt x="602" y="4705"/>
                    <a:pt x="861" y="4806"/>
                    <a:pt x="1120" y="4806"/>
                  </a:cubicBezTo>
                  <a:cubicBezTo>
                    <a:pt x="1380" y="4806"/>
                    <a:pt x="1639" y="4705"/>
                    <a:pt x="1834" y="4502"/>
                  </a:cubicBezTo>
                  <a:lnTo>
                    <a:pt x="4908" y="1448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47"/>
          <p:cNvGrpSpPr/>
          <p:nvPr/>
        </p:nvGrpSpPr>
        <p:grpSpPr>
          <a:xfrm rot="-1240283">
            <a:off x="8452265" y="4546988"/>
            <a:ext cx="186971" cy="351042"/>
            <a:chOff x="4730050" y="4212675"/>
            <a:chExt cx="186975" cy="351050"/>
          </a:xfrm>
        </p:grpSpPr>
        <p:sp>
          <p:nvSpPr>
            <p:cNvPr id="1034" name="Google Shape;1034;p47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1013;p47"/>
          <p:cNvSpPr txBox="1">
            <a:spLocks noGrp="1"/>
          </p:cNvSpPr>
          <p:nvPr>
            <p:ph type="subTitle" idx="2"/>
          </p:nvPr>
        </p:nvSpPr>
        <p:spPr>
          <a:xfrm>
            <a:off x="4339287" y="2992184"/>
            <a:ext cx="3897679" cy="1008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Data collected from the survey is analyzed using statistical computing tools like python/R.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Data is cleaned and prepared before analysis.</a:t>
            </a:r>
          </a:p>
        </p:txBody>
      </p:sp>
    </p:spTree>
    <p:extLst>
      <p:ext uri="{BB962C8B-B14F-4D97-AF65-F5344CB8AC3E}">
        <p14:creationId xmlns:p14="http://schemas.microsoft.com/office/powerpoint/2010/main" val="218806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47"/>
          <p:cNvPicPr preferRelativeResize="0">
            <a:picLocks noGrp="1"/>
          </p:cNvPicPr>
          <p:nvPr>
            <p:ph type="pic" idx="5"/>
          </p:nvPr>
        </p:nvPicPr>
        <p:blipFill rotWithShape="1">
          <a:blip r:embed="rId3">
            <a:alphaModFix/>
          </a:blip>
          <a:srcRect l="38767" t="37834" r="7604" b="1415"/>
          <a:stretch/>
        </p:blipFill>
        <p:spPr>
          <a:xfrm flipH="1">
            <a:off x="-1" y="730800"/>
            <a:ext cx="3895776" cy="4412701"/>
          </a:xfrm>
          <a:prstGeom prst="rect">
            <a:avLst/>
          </a:prstGeom>
        </p:spPr>
      </p:pic>
      <p:sp>
        <p:nvSpPr>
          <p:cNvPr id="1010" name="Google Shape;1010;p47"/>
          <p:cNvSpPr/>
          <p:nvPr/>
        </p:nvSpPr>
        <p:spPr>
          <a:xfrm rot="10800000">
            <a:off x="6" y="-3"/>
            <a:ext cx="4172217" cy="5137875"/>
          </a:xfrm>
          <a:custGeom>
            <a:avLst/>
            <a:gdLst/>
            <a:ahLst/>
            <a:cxnLst/>
            <a:rect l="l" t="t" r="r" b="b"/>
            <a:pathLst>
              <a:path w="16051" h="19766" extrusionOk="0">
                <a:moveTo>
                  <a:pt x="1" y="1"/>
                </a:moveTo>
                <a:lnTo>
                  <a:pt x="1" y="19766"/>
                </a:lnTo>
                <a:lnTo>
                  <a:pt x="16051" y="19766"/>
                </a:lnTo>
                <a:lnTo>
                  <a:pt x="16051" y="8176"/>
                </a:lnTo>
                <a:cubicBezTo>
                  <a:pt x="15678" y="8582"/>
                  <a:pt x="15333" y="9065"/>
                  <a:pt x="15025" y="9658"/>
                </a:cubicBezTo>
                <a:cubicBezTo>
                  <a:pt x="14229" y="11183"/>
                  <a:pt x="13730" y="12874"/>
                  <a:pt x="12699" y="14257"/>
                </a:cubicBezTo>
                <a:cubicBezTo>
                  <a:pt x="11910" y="15316"/>
                  <a:pt x="10581" y="16099"/>
                  <a:pt x="9209" y="16099"/>
                </a:cubicBezTo>
                <a:cubicBezTo>
                  <a:pt x="9081" y="16099"/>
                  <a:pt x="8953" y="16092"/>
                  <a:pt x="8825" y="16078"/>
                </a:cubicBezTo>
                <a:cubicBezTo>
                  <a:pt x="8156" y="16002"/>
                  <a:pt x="7573" y="15766"/>
                  <a:pt x="7069" y="15404"/>
                </a:cubicBezTo>
                <a:cubicBezTo>
                  <a:pt x="6733" y="15162"/>
                  <a:pt x="6426" y="14882"/>
                  <a:pt x="6158" y="14574"/>
                </a:cubicBezTo>
                <a:lnTo>
                  <a:pt x="6158" y="14574"/>
                </a:lnTo>
                <a:cubicBezTo>
                  <a:pt x="6279" y="14756"/>
                  <a:pt x="6371" y="14877"/>
                  <a:pt x="6388" y="14948"/>
                </a:cubicBezTo>
                <a:cubicBezTo>
                  <a:pt x="6397" y="14974"/>
                  <a:pt x="6393" y="14986"/>
                  <a:pt x="6379" y="14986"/>
                </a:cubicBezTo>
                <a:cubicBezTo>
                  <a:pt x="6366" y="14986"/>
                  <a:pt x="6346" y="14977"/>
                  <a:pt x="6317" y="14959"/>
                </a:cubicBezTo>
                <a:cubicBezTo>
                  <a:pt x="6256" y="14915"/>
                  <a:pt x="6163" y="14838"/>
                  <a:pt x="6054" y="14718"/>
                </a:cubicBezTo>
                <a:cubicBezTo>
                  <a:pt x="5823" y="14482"/>
                  <a:pt x="5522" y="14098"/>
                  <a:pt x="5246" y="13609"/>
                </a:cubicBezTo>
                <a:cubicBezTo>
                  <a:pt x="4967" y="13126"/>
                  <a:pt x="4714" y="12555"/>
                  <a:pt x="4512" y="11985"/>
                </a:cubicBezTo>
                <a:cubicBezTo>
                  <a:pt x="4309" y="11420"/>
                  <a:pt x="4155" y="10866"/>
                  <a:pt x="4033" y="10410"/>
                </a:cubicBezTo>
                <a:lnTo>
                  <a:pt x="4033" y="10410"/>
                </a:lnTo>
                <a:cubicBezTo>
                  <a:pt x="4078" y="10656"/>
                  <a:pt x="4078" y="10656"/>
                  <a:pt x="4127" y="10899"/>
                </a:cubicBezTo>
                <a:cubicBezTo>
                  <a:pt x="4078" y="10656"/>
                  <a:pt x="4028" y="10410"/>
                  <a:pt x="3952" y="10202"/>
                </a:cubicBezTo>
                <a:lnTo>
                  <a:pt x="3952" y="10202"/>
                </a:lnTo>
                <a:cubicBezTo>
                  <a:pt x="3995" y="10448"/>
                  <a:pt x="4073" y="10805"/>
                  <a:pt x="4149" y="11134"/>
                </a:cubicBezTo>
                <a:cubicBezTo>
                  <a:pt x="4226" y="11469"/>
                  <a:pt x="4303" y="11770"/>
                  <a:pt x="4325" y="11914"/>
                </a:cubicBezTo>
                <a:cubicBezTo>
                  <a:pt x="4259" y="11776"/>
                  <a:pt x="4193" y="11644"/>
                  <a:pt x="4132" y="11507"/>
                </a:cubicBezTo>
                <a:lnTo>
                  <a:pt x="4132" y="11507"/>
                </a:lnTo>
                <a:cubicBezTo>
                  <a:pt x="4264" y="12138"/>
                  <a:pt x="4560" y="13033"/>
                  <a:pt x="5021" y="13872"/>
                </a:cubicBezTo>
                <a:cubicBezTo>
                  <a:pt x="5252" y="14295"/>
                  <a:pt x="5532" y="14695"/>
                  <a:pt x="5818" y="15052"/>
                </a:cubicBezTo>
                <a:cubicBezTo>
                  <a:pt x="6108" y="15404"/>
                  <a:pt x="6416" y="15706"/>
                  <a:pt x="6685" y="15941"/>
                </a:cubicBezTo>
                <a:cubicBezTo>
                  <a:pt x="6015" y="15387"/>
                  <a:pt x="5461" y="14685"/>
                  <a:pt x="5028" y="13911"/>
                </a:cubicBezTo>
                <a:cubicBezTo>
                  <a:pt x="4593" y="13132"/>
                  <a:pt x="4271" y="12287"/>
                  <a:pt x="4012" y="11414"/>
                </a:cubicBezTo>
                <a:cubicBezTo>
                  <a:pt x="3754" y="10536"/>
                  <a:pt x="3562" y="9630"/>
                  <a:pt x="3392" y="8708"/>
                </a:cubicBezTo>
                <a:cubicBezTo>
                  <a:pt x="3309" y="8242"/>
                  <a:pt x="3233" y="7781"/>
                  <a:pt x="3162" y="7305"/>
                </a:cubicBezTo>
                <a:cubicBezTo>
                  <a:pt x="3096" y="6832"/>
                  <a:pt x="3040" y="6350"/>
                  <a:pt x="2997" y="5866"/>
                </a:cubicBezTo>
                <a:cubicBezTo>
                  <a:pt x="2838" y="3940"/>
                  <a:pt x="2888" y="1943"/>
                  <a:pt x="32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Proposal </a:t>
            </a:r>
            <a:r>
              <a:rPr lang="en" dirty="0">
                <a:solidFill>
                  <a:schemeClr val="lt1"/>
                </a:solidFill>
              </a:rPr>
              <a:t>Content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013" name="Google Shape;1013;p47"/>
          <p:cNvSpPr txBox="1">
            <a:spLocks noGrp="1"/>
          </p:cNvSpPr>
          <p:nvPr>
            <p:ph type="subTitle" idx="2"/>
          </p:nvPr>
        </p:nvSpPr>
        <p:spPr>
          <a:xfrm>
            <a:off x="4339288" y="1618807"/>
            <a:ext cx="3970244" cy="10085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We expected that the survey timeframe would range from 5 to 7 weeks.</a:t>
            </a:r>
            <a:endParaRPr dirty="0"/>
          </a:p>
        </p:txBody>
      </p:sp>
      <p:sp>
        <p:nvSpPr>
          <p:cNvPr id="1014" name="Google Shape;1014;p47"/>
          <p:cNvSpPr txBox="1">
            <a:spLocks noGrp="1"/>
          </p:cNvSpPr>
          <p:nvPr>
            <p:ph type="subTitle" idx="3"/>
          </p:nvPr>
        </p:nvSpPr>
        <p:spPr>
          <a:xfrm>
            <a:off x="3744629" y="2303533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dirty="0"/>
              <a:t>Budget</a:t>
            </a:r>
            <a:endParaRPr dirty="0"/>
          </a:p>
        </p:txBody>
      </p:sp>
      <p:sp>
        <p:nvSpPr>
          <p:cNvPr id="1015" name="Google Shape;1015;p47"/>
          <p:cNvSpPr txBox="1">
            <a:spLocks noGrp="1"/>
          </p:cNvSpPr>
          <p:nvPr>
            <p:ph type="subTitle" idx="4"/>
          </p:nvPr>
        </p:nvSpPr>
        <p:spPr>
          <a:xfrm>
            <a:off x="3744629" y="1320024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" dirty="0"/>
              <a:t>Timeline </a:t>
            </a:r>
            <a:endParaRPr dirty="0"/>
          </a:p>
        </p:txBody>
      </p:sp>
      <p:sp>
        <p:nvSpPr>
          <p:cNvPr id="1016" name="Google Shape;1016;p47"/>
          <p:cNvSpPr/>
          <p:nvPr/>
        </p:nvSpPr>
        <p:spPr>
          <a:xfrm flipH="1">
            <a:off x="7971113" y="6043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47"/>
          <p:cNvSpPr/>
          <p:nvPr/>
        </p:nvSpPr>
        <p:spPr>
          <a:xfrm flipH="1">
            <a:off x="350725" y="11250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47"/>
          <p:cNvSpPr/>
          <p:nvPr/>
        </p:nvSpPr>
        <p:spPr>
          <a:xfrm flipH="1">
            <a:off x="8351325" y="8225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47"/>
          <p:cNvSpPr/>
          <p:nvPr/>
        </p:nvSpPr>
        <p:spPr>
          <a:xfrm flipH="1">
            <a:off x="8396325" y="248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47"/>
          <p:cNvSpPr/>
          <p:nvPr/>
        </p:nvSpPr>
        <p:spPr>
          <a:xfrm flipH="1">
            <a:off x="8454200" y="41536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47"/>
          <p:cNvSpPr/>
          <p:nvPr/>
        </p:nvSpPr>
        <p:spPr>
          <a:xfrm flipH="1">
            <a:off x="7971125" y="46672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2" name="Google Shape;1022;p47"/>
          <p:cNvGrpSpPr/>
          <p:nvPr/>
        </p:nvGrpSpPr>
        <p:grpSpPr>
          <a:xfrm rot="1279356">
            <a:off x="8018596" y="1182415"/>
            <a:ext cx="355582" cy="327983"/>
            <a:chOff x="4163600" y="4224300"/>
            <a:chExt cx="355600" cy="328000"/>
          </a:xfrm>
        </p:grpSpPr>
        <p:sp>
          <p:nvSpPr>
            <p:cNvPr id="1023" name="Google Shape;1023;p47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7" name="Google Shape;1027;p47"/>
          <p:cNvGrpSpPr/>
          <p:nvPr/>
        </p:nvGrpSpPr>
        <p:grpSpPr>
          <a:xfrm>
            <a:off x="433075" y="471400"/>
            <a:ext cx="363725" cy="351125"/>
            <a:chOff x="5145800" y="1682800"/>
            <a:chExt cx="363725" cy="351125"/>
          </a:xfrm>
        </p:grpSpPr>
        <p:sp>
          <p:nvSpPr>
            <p:cNvPr id="1028" name="Google Shape;1028;p47"/>
            <p:cNvSpPr/>
            <p:nvPr/>
          </p:nvSpPr>
          <p:spPr>
            <a:xfrm>
              <a:off x="5274150" y="1732425"/>
              <a:ext cx="175975" cy="175600"/>
            </a:xfrm>
            <a:custGeom>
              <a:avLst/>
              <a:gdLst/>
              <a:ahLst/>
              <a:cxnLst/>
              <a:rect l="l" t="t" r="r" b="b"/>
              <a:pathLst>
                <a:path w="7039" h="7024" extrusionOk="0">
                  <a:moveTo>
                    <a:pt x="1171" y="1"/>
                  </a:moveTo>
                  <a:lnTo>
                    <a:pt x="1" y="1156"/>
                  </a:lnTo>
                  <a:lnTo>
                    <a:pt x="5868" y="7023"/>
                  </a:lnTo>
                  <a:lnTo>
                    <a:pt x="7038" y="5853"/>
                  </a:lnTo>
                  <a:cubicBezTo>
                    <a:pt x="6812" y="5790"/>
                    <a:pt x="6570" y="5693"/>
                    <a:pt x="6356" y="5482"/>
                  </a:cubicBezTo>
                  <a:cubicBezTo>
                    <a:pt x="6001" y="5123"/>
                    <a:pt x="5934" y="4717"/>
                    <a:pt x="5903" y="4390"/>
                  </a:cubicBezTo>
                  <a:cubicBezTo>
                    <a:pt x="5852" y="4082"/>
                    <a:pt x="5821" y="3922"/>
                    <a:pt x="5673" y="3758"/>
                  </a:cubicBezTo>
                  <a:cubicBezTo>
                    <a:pt x="5513" y="3610"/>
                    <a:pt x="5349" y="3578"/>
                    <a:pt x="5041" y="3532"/>
                  </a:cubicBezTo>
                  <a:cubicBezTo>
                    <a:pt x="4717" y="3481"/>
                    <a:pt x="4308" y="3434"/>
                    <a:pt x="3953" y="3075"/>
                  </a:cubicBezTo>
                  <a:cubicBezTo>
                    <a:pt x="3594" y="2716"/>
                    <a:pt x="3547" y="2310"/>
                    <a:pt x="3496" y="1987"/>
                  </a:cubicBezTo>
                  <a:cubicBezTo>
                    <a:pt x="3449" y="1694"/>
                    <a:pt x="3414" y="1515"/>
                    <a:pt x="3270" y="1366"/>
                  </a:cubicBezTo>
                  <a:cubicBezTo>
                    <a:pt x="3122" y="1206"/>
                    <a:pt x="2942" y="1171"/>
                    <a:pt x="2650" y="1140"/>
                  </a:cubicBezTo>
                  <a:cubicBezTo>
                    <a:pt x="2326" y="1093"/>
                    <a:pt x="1904" y="1027"/>
                    <a:pt x="1561" y="668"/>
                  </a:cubicBezTo>
                  <a:cubicBezTo>
                    <a:pt x="1335" y="457"/>
                    <a:pt x="1237" y="231"/>
                    <a:pt x="11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5321350" y="1682800"/>
              <a:ext cx="188175" cy="178100"/>
            </a:xfrm>
            <a:custGeom>
              <a:avLst/>
              <a:gdLst/>
              <a:ahLst/>
              <a:cxnLst/>
              <a:rect l="l" t="t" r="r" b="b"/>
              <a:pathLst>
                <a:path w="7527" h="7124" extrusionOk="0">
                  <a:moveTo>
                    <a:pt x="2991" y="0"/>
                  </a:moveTo>
                  <a:cubicBezTo>
                    <a:pt x="1930" y="0"/>
                    <a:pt x="869" y="402"/>
                    <a:pt x="63" y="1206"/>
                  </a:cubicBezTo>
                  <a:lnTo>
                    <a:pt x="1" y="1272"/>
                  </a:lnTo>
                  <a:cubicBezTo>
                    <a:pt x="63" y="1631"/>
                    <a:pt x="48" y="1888"/>
                    <a:pt x="243" y="2083"/>
                  </a:cubicBezTo>
                  <a:cubicBezTo>
                    <a:pt x="407" y="2232"/>
                    <a:pt x="586" y="2263"/>
                    <a:pt x="879" y="2314"/>
                  </a:cubicBezTo>
                  <a:cubicBezTo>
                    <a:pt x="1202" y="2345"/>
                    <a:pt x="1608" y="2411"/>
                    <a:pt x="1967" y="2766"/>
                  </a:cubicBezTo>
                  <a:cubicBezTo>
                    <a:pt x="2322" y="3125"/>
                    <a:pt x="2373" y="3531"/>
                    <a:pt x="2420" y="3859"/>
                  </a:cubicBezTo>
                  <a:cubicBezTo>
                    <a:pt x="2470" y="4151"/>
                    <a:pt x="2501" y="4327"/>
                    <a:pt x="2650" y="4475"/>
                  </a:cubicBezTo>
                  <a:cubicBezTo>
                    <a:pt x="2794" y="4639"/>
                    <a:pt x="2973" y="4670"/>
                    <a:pt x="3266" y="4701"/>
                  </a:cubicBezTo>
                  <a:cubicBezTo>
                    <a:pt x="3609" y="4752"/>
                    <a:pt x="4015" y="4814"/>
                    <a:pt x="4354" y="5158"/>
                  </a:cubicBezTo>
                  <a:cubicBezTo>
                    <a:pt x="4713" y="5517"/>
                    <a:pt x="4780" y="5922"/>
                    <a:pt x="4827" y="6246"/>
                  </a:cubicBezTo>
                  <a:cubicBezTo>
                    <a:pt x="4858" y="6554"/>
                    <a:pt x="4893" y="6718"/>
                    <a:pt x="5053" y="6882"/>
                  </a:cubicBezTo>
                  <a:cubicBezTo>
                    <a:pt x="5248" y="7077"/>
                    <a:pt x="5509" y="7077"/>
                    <a:pt x="5853" y="7124"/>
                  </a:cubicBezTo>
                  <a:lnTo>
                    <a:pt x="5915" y="7077"/>
                  </a:lnTo>
                  <a:cubicBezTo>
                    <a:pt x="7526" y="5450"/>
                    <a:pt x="7526" y="2833"/>
                    <a:pt x="5915" y="1206"/>
                  </a:cubicBezTo>
                  <a:cubicBezTo>
                    <a:pt x="5111" y="402"/>
                    <a:pt x="4051" y="0"/>
                    <a:pt x="2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5194950" y="1817000"/>
              <a:ext cx="170700" cy="169275"/>
            </a:xfrm>
            <a:custGeom>
              <a:avLst/>
              <a:gdLst/>
              <a:ahLst/>
              <a:cxnLst/>
              <a:rect l="l" t="t" r="r" b="b"/>
              <a:pathLst>
                <a:path w="6828" h="6771" extrusionOk="0">
                  <a:moveTo>
                    <a:pt x="961" y="0"/>
                  </a:moveTo>
                  <a:lnTo>
                    <a:pt x="161" y="796"/>
                  </a:lnTo>
                  <a:cubicBezTo>
                    <a:pt x="1" y="960"/>
                    <a:pt x="1" y="1221"/>
                    <a:pt x="161" y="1366"/>
                  </a:cubicBezTo>
                  <a:lnTo>
                    <a:pt x="5447" y="6648"/>
                  </a:lnTo>
                  <a:cubicBezTo>
                    <a:pt x="5527" y="6730"/>
                    <a:pt x="5632" y="6771"/>
                    <a:pt x="5738" y="6771"/>
                  </a:cubicBezTo>
                  <a:cubicBezTo>
                    <a:pt x="5844" y="6771"/>
                    <a:pt x="5950" y="6730"/>
                    <a:pt x="6032" y="6648"/>
                  </a:cubicBezTo>
                  <a:lnTo>
                    <a:pt x="6828" y="5852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5233575" y="1775925"/>
              <a:ext cx="172650" cy="172750"/>
            </a:xfrm>
            <a:custGeom>
              <a:avLst/>
              <a:gdLst/>
              <a:ahLst/>
              <a:cxnLst/>
              <a:rect l="l" t="t" r="r" b="b"/>
              <a:pathLst>
                <a:path w="6906" h="6910" extrusionOk="0">
                  <a:moveTo>
                    <a:pt x="1054" y="1"/>
                  </a:moveTo>
                  <a:lnTo>
                    <a:pt x="1" y="1058"/>
                  </a:lnTo>
                  <a:lnTo>
                    <a:pt x="5852" y="6910"/>
                  </a:lnTo>
                  <a:lnTo>
                    <a:pt x="6906" y="586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5145800" y="1913750"/>
              <a:ext cx="122725" cy="120175"/>
            </a:xfrm>
            <a:custGeom>
              <a:avLst/>
              <a:gdLst/>
              <a:ahLst/>
              <a:cxnLst/>
              <a:rect l="l" t="t" r="r" b="b"/>
              <a:pathLst>
                <a:path w="4909" h="4807" extrusionOk="0">
                  <a:moveTo>
                    <a:pt x="3477" y="0"/>
                  </a:moveTo>
                  <a:lnTo>
                    <a:pt x="406" y="3070"/>
                  </a:lnTo>
                  <a:cubicBezTo>
                    <a:pt x="1" y="3461"/>
                    <a:pt x="1" y="4112"/>
                    <a:pt x="406" y="4502"/>
                  </a:cubicBezTo>
                  <a:cubicBezTo>
                    <a:pt x="602" y="4705"/>
                    <a:pt x="861" y="4806"/>
                    <a:pt x="1120" y="4806"/>
                  </a:cubicBezTo>
                  <a:cubicBezTo>
                    <a:pt x="1380" y="4806"/>
                    <a:pt x="1639" y="4705"/>
                    <a:pt x="1834" y="4502"/>
                  </a:cubicBezTo>
                  <a:lnTo>
                    <a:pt x="4908" y="1448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3" name="Google Shape;1033;p47"/>
          <p:cNvGrpSpPr/>
          <p:nvPr/>
        </p:nvGrpSpPr>
        <p:grpSpPr>
          <a:xfrm rot="-1240283">
            <a:off x="8452265" y="4546988"/>
            <a:ext cx="186971" cy="351042"/>
            <a:chOff x="4730050" y="4212675"/>
            <a:chExt cx="186975" cy="351050"/>
          </a:xfrm>
        </p:grpSpPr>
        <p:sp>
          <p:nvSpPr>
            <p:cNvPr id="1034" name="Google Shape;1034;p47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1014;p47"/>
          <p:cNvSpPr txBox="1">
            <a:spLocks noGrp="1"/>
          </p:cNvSpPr>
          <p:nvPr>
            <p:ph type="subTitle" idx="3"/>
          </p:nvPr>
        </p:nvSpPr>
        <p:spPr>
          <a:xfrm>
            <a:off x="3746404" y="3691753"/>
            <a:ext cx="4281977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dirty="0"/>
              <a:t>Ethics and confidentiality</a:t>
            </a:r>
            <a:endParaRPr dirty="0"/>
          </a:p>
        </p:txBody>
      </p:sp>
      <p:sp>
        <p:nvSpPr>
          <p:cNvPr id="30" name="Google Shape;1013;p47"/>
          <p:cNvSpPr txBox="1">
            <a:spLocks noGrp="1"/>
          </p:cNvSpPr>
          <p:nvPr>
            <p:ph type="subTitle" idx="2"/>
          </p:nvPr>
        </p:nvSpPr>
        <p:spPr>
          <a:xfrm>
            <a:off x="4198977" y="4023557"/>
            <a:ext cx="3897312" cy="1008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We ensure that participant’s privacy and rights are protected throughout the survey.</a:t>
            </a:r>
          </a:p>
        </p:txBody>
      </p:sp>
      <p:sp>
        <p:nvSpPr>
          <p:cNvPr id="31" name="Google Shape;1013;p47"/>
          <p:cNvSpPr txBox="1">
            <a:spLocks noGrp="1"/>
          </p:cNvSpPr>
          <p:nvPr>
            <p:ph type="subTitle" idx="2"/>
          </p:nvPr>
        </p:nvSpPr>
        <p:spPr>
          <a:xfrm>
            <a:off x="4166413" y="2628934"/>
            <a:ext cx="3897312" cy="1008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The costs of implementing a survey &amp; the impact of  alternative survey procedures on the costs of a survey &amp; data collection.</a:t>
            </a:r>
          </a:p>
          <a:p>
            <a:r>
              <a:rPr lang="en-US" dirty="0"/>
              <a:t>Cost:- 500 - 1000 L.E.</a:t>
            </a:r>
          </a:p>
        </p:txBody>
      </p:sp>
    </p:spTree>
    <p:extLst>
      <p:ext uri="{BB962C8B-B14F-4D97-AF65-F5344CB8AC3E}">
        <p14:creationId xmlns:p14="http://schemas.microsoft.com/office/powerpoint/2010/main" val="207058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47162" y="-753341"/>
            <a:ext cx="2649682" cy="9144000"/>
          </a:xfrm>
          <a:prstGeom prst="rect">
            <a:avLst/>
          </a:prstGeom>
        </p:spPr>
      </p:pic>
      <p:sp>
        <p:nvSpPr>
          <p:cNvPr id="19" name="Google Shape;1366;p56"/>
          <p:cNvSpPr txBox="1">
            <a:spLocks noGrp="1"/>
          </p:cNvSpPr>
          <p:nvPr>
            <p:ph type="title"/>
          </p:nvPr>
        </p:nvSpPr>
        <p:spPr>
          <a:xfrm>
            <a:off x="0" y="3182123"/>
            <a:ext cx="7710900" cy="4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PHASE 2:</a:t>
            </a:r>
            <a:br>
              <a:rPr lang="en" sz="3600" dirty="0"/>
            </a:br>
            <a:r>
              <a:rPr lang="en" sz="3600" dirty="0"/>
              <a:t> </a:t>
            </a:r>
            <a:r>
              <a:rPr lang="en" sz="3600" dirty="0">
                <a:solidFill>
                  <a:schemeClr val="lt1"/>
                </a:solidFill>
              </a:rPr>
              <a:t>Questionnaire</a:t>
            </a:r>
            <a:endParaRPr sz="3600" dirty="0">
              <a:solidFill>
                <a:schemeClr val="lt1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431" y="3949458"/>
            <a:ext cx="182896" cy="1828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887" y="4221966"/>
            <a:ext cx="182896" cy="1828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5" y="4834840"/>
            <a:ext cx="176799" cy="1767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800" y="4762000"/>
            <a:ext cx="176799" cy="17679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48" y="4793855"/>
            <a:ext cx="170703" cy="1707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207" y="4640649"/>
            <a:ext cx="414564" cy="32921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84" y="4762000"/>
            <a:ext cx="176799" cy="1767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4" y="4597974"/>
            <a:ext cx="347502" cy="37188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01" y="2802442"/>
            <a:ext cx="176799" cy="17679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95" y="4068562"/>
            <a:ext cx="182896" cy="18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0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Google Shape;1371;p57"/>
          <p:cNvPicPr preferRelativeResize="0">
            <a:picLocks noGrp="1"/>
          </p:cNvPicPr>
          <p:nvPr>
            <p:ph type="pic" idx="9"/>
          </p:nvPr>
        </p:nvPicPr>
        <p:blipFill rotWithShape="1">
          <a:blip r:embed="rId3">
            <a:alphaModFix/>
          </a:blip>
          <a:srcRect l="58975" r="8091"/>
          <a:stretch/>
        </p:blipFill>
        <p:spPr>
          <a:xfrm>
            <a:off x="0" y="0"/>
            <a:ext cx="2748013" cy="5143501"/>
          </a:xfrm>
          <a:prstGeom prst="rect">
            <a:avLst/>
          </a:prstGeom>
        </p:spPr>
      </p:pic>
      <p:sp>
        <p:nvSpPr>
          <p:cNvPr id="1372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57"/>
          <p:cNvSpPr txBox="1">
            <a:spLocks noGrp="1"/>
          </p:cNvSpPr>
          <p:nvPr>
            <p:ph type="title"/>
          </p:nvPr>
        </p:nvSpPr>
        <p:spPr>
          <a:xfrm>
            <a:off x="730758" y="336071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Questionnaire</a:t>
            </a:r>
            <a:r>
              <a:rPr lang="en" dirty="0">
                <a:solidFill>
                  <a:schemeClr val="lt1"/>
                </a:solidFill>
              </a:rPr>
              <a:t> Design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382" name="Google Shape;1382;p57"/>
          <p:cNvSpPr txBox="1">
            <a:spLocks noGrp="1"/>
          </p:cNvSpPr>
          <p:nvPr>
            <p:ph type="subTitle" idx="5"/>
          </p:nvPr>
        </p:nvSpPr>
        <p:spPr>
          <a:xfrm>
            <a:off x="2379025" y="1017611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1" r="12807"/>
          <a:stretch/>
        </p:blipFill>
        <p:spPr>
          <a:xfrm>
            <a:off x="2244025" y="1470248"/>
            <a:ext cx="6676031" cy="357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4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Google Shape;1371;p57"/>
          <p:cNvPicPr preferRelativeResize="0">
            <a:picLocks noGrp="1"/>
          </p:cNvPicPr>
          <p:nvPr>
            <p:ph type="pic" idx="9"/>
          </p:nvPr>
        </p:nvPicPr>
        <p:blipFill rotWithShape="1">
          <a:blip r:embed="rId3">
            <a:alphaModFix/>
          </a:blip>
          <a:srcRect l="58975" r="8091"/>
          <a:stretch/>
        </p:blipFill>
        <p:spPr>
          <a:xfrm>
            <a:off x="0" y="0"/>
            <a:ext cx="2748013" cy="5143501"/>
          </a:xfrm>
          <a:prstGeom prst="rect">
            <a:avLst/>
          </a:prstGeom>
        </p:spPr>
      </p:pic>
      <p:sp>
        <p:nvSpPr>
          <p:cNvPr id="1372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57"/>
          <p:cNvSpPr txBox="1">
            <a:spLocks noGrp="1"/>
          </p:cNvSpPr>
          <p:nvPr>
            <p:ph type="subTitle" idx="5"/>
          </p:nvPr>
        </p:nvSpPr>
        <p:spPr>
          <a:xfrm>
            <a:off x="2008463" y="244793"/>
            <a:ext cx="4245059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" dirty="0"/>
              <a:t>Main Survey Questions</a:t>
            </a:r>
            <a:endParaRPr dirty="0"/>
          </a:p>
        </p:txBody>
      </p:sp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303" y="993956"/>
            <a:ext cx="3550747" cy="200226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0" t="-28" r="37551"/>
          <a:stretch/>
        </p:blipFill>
        <p:spPr>
          <a:xfrm>
            <a:off x="2244025" y="993956"/>
            <a:ext cx="2876305" cy="39015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4" t="2828" r="6967" b="39192"/>
          <a:stretch/>
        </p:blipFill>
        <p:spPr>
          <a:xfrm>
            <a:off x="5199303" y="3073484"/>
            <a:ext cx="3550747" cy="182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7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1" name="Google Shape;1371;p57"/>
          <p:cNvPicPr preferRelativeResize="0">
            <a:picLocks noGrp="1"/>
          </p:cNvPicPr>
          <p:nvPr>
            <p:ph type="pic" idx="9"/>
          </p:nvPr>
        </p:nvPicPr>
        <p:blipFill rotWithShape="1">
          <a:blip r:embed="rId3">
            <a:alphaModFix/>
          </a:blip>
          <a:srcRect l="58975" r="8091"/>
          <a:stretch/>
        </p:blipFill>
        <p:spPr>
          <a:xfrm>
            <a:off x="0" y="0"/>
            <a:ext cx="2748013" cy="5143501"/>
          </a:xfrm>
          <a:prstGeom prst="rect">
            <a:avLst/>
          </a:prstGeom>
        </p:spPr>
      </p:pic>
      <p:sp>
        <p:nvSpPr>
          <p:cNvPr id="1372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57"/>
          <p:cNvSpPr txBox="1">
            <a:spLocks noGrp="1"/>
          </p:cNvSpPr>
          <p:nvPr>
            <p:ph type="subTitle" idx="5"/>
          </p:nvPr>
        </p:nvSpPr>
        <p:spPr>
          <a:xfrm>
            <a:off x="2008463" y="248725"/>
            <a:ext cx="4617198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" dirty="0"/>
              <a:t>Demographic questions</a:t>
            </a:r>
            <a:endParaRPr dirty="0"/>
          </a:p>
        </p:txBody>
      </p:sp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7069" y="1017610"/>
            <a:ext cx="3432897" cy="1765381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545"/>
          <a:stretch/>
        </p:blipFill>
        <p:spPr>
          <a:xfrm>
            <a:off x="2239302" y="1017610"/>
            <a:ext cx="3072763" cy="38779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028"/>
          <a:stretch/>
        </p:blipFill>
        <p:spPr>
          <a:xfrm>
            <a:off x="5427068" y="2956563"/>
            <a:ext cx="3432897" cy="193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1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47162" y="-753341"/>
            <a:ext cx="2649682" cy="9144000"/>
          </a:xfrm>
          <a:prstGeom prst="rect">
            <a:avLst/>
          </a:prstGeom>
        </p:spPr>
      </p:pic>
      <p:sp>
        <p:nvSpPr>
          <p:cNvPr id="19" name="Google Shape;1366;p56"/>
          <p:cNvSpPr txBox="1">
            <a:spLocks noGrp="1"/>
          </p:cNvSpPr>
          <p:nvPr>
            <p:ph type="title"/>
          </p:nvPr>
        </p:nvSpPr>
        <p:spPr>
          <a:xfrm>
            <a:off x="0" y="3182123"/>
            <a:ext cx="7710900" cy="4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PHASE 3:</a:t>
            </a:r>
            <a:br>
              <a:rPr lang="en" sz="3600" dirty="0"/>
            </a:br>
            <a:r>
              <a:rPr lang="en" sz="3600" dirty="0"/>
              <a:t> </a:t>
            </a:r>
            <a:r>
              <a:rPr lang="en" sz="3600" dirty="0">
                <a:solidFill>
                  <a:schemeClr val="lt1"/>
                </a:solidFill>
              </a:rPr>
              <a:t>Sampling &amp; Pretests</a:t>
            </a:r>
            <a:endParaRPr sz="3600" dirty="0">
              <a:solidFill>
                <a:schemeClr val="lt1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431" y="3949458"/>
            <a:ext cx="182896" cy="1828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887" y="4221966"/>
            <a:ext cx="182896" cy="1828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5" y="4834840"/>
            <a:ext cx="176799" cy="1767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800" y="4762000"/>
            <a:ext cx="176799" cy="17679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48" y="4793855"/>
            <a:ext cx="170703" cy="1707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207" y="4640649"/>
            <a:ext cx="414564" cy="32921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84" y="4762000"/>
            <a:ext cx="176799" cy="1767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4" y="4597974"/>
            <a:ext cx="347502" cy="37188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01" y="2802442"/>
            <a:ext cx="176799" cy="17679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95" y="4068562"/>
            <a:ext cx="182896" cy="18289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F073F4B-54D0-2323-8356-DA79B2EEA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763787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Google Shape;1472;p6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227" r="18980"/>
          <a:stretch/>
        </p:blipFill>
        <p:spPr>
          <a:xfrm>
            <a:off x="5027350" y="370050"/>
            <a:ext cx="3748202" cy="4403399"/>
          </a:xfrm>
          <a:prstGeom prst="rect">
            <a:avLst/>
          </a:prstGeom>
        </p:spPr>
      </p:pic>
      <p:sp>
        <p:nvSpPr>
          <p:cNvPr id="1475" name="Google Shape;1475;p61"/>
          <p:cNvSpPr/>
          <p:nvPr/>
        </p:nvSpPr>
        <p:spPr>
          <a:xfrm>
            <a:off x="8204850" y="135050"/>
            <a:ext cx="461400" cy="461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F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61"/>
          <p:cNvSpPr/>
          <p:nvPr/>
        </p:nvSpPr>
        <p:spPr>
          <a:xfrm flipH="1">
            <a:off x="8334000" y="3700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7" name="Google Shape;1477;p61"/>
          <p:cNvGrpSpPr/>
          <p:nvPr/>
        </p:nvGrpSpPr>
        <p:grpSpPr>
          <a:xfrm flipH="1">
            <a:off x="4767338" y="4"/>
            <a:ext cx="4376603" cy="5143501"/>
            <a:chOff x="1617475" y="3505950"/>
            <a:chExt cx="420625" cy="494325"/>
          </a:xfrm>
        </p:grpSpPr>
        <p:sp>
          <p:nvSpPr>
            <p:cNvPr id="1478" name="Google Shape;1478;p61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1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1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1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1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1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1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1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1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1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1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1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0" name="Google Shape;1490;p61"/>
          <p:cNvSpPr/>
          <p:nvPr/>
        </p:nvSpPr>
        <p:spPr>
          <a:xfrm flipH="1">
            <a:off x="5552413" y="26085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61"/>
          <p:cNvSpPr/>
          <p:nvPr/>
        </p:nvSpPr>
        <p:spPr>
          <a:xfrm flipH="1">
            <a:off x="8204850" y="5079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2" name="Google Shape;1492;p61"/>
          <p:cNvGrpSpPr/>
          <p:nvPr/>
        </p:nvGrpSpPr>
        <p:grpSpPr>
          <a:xfrm>
            <a:off x="8474850" y="861725"/>
            <a:ext cx="355600" cy="328000"/>
            <a:chOff x="4163600" y="4224300"/>
            <a:chExt cx="355600" cy="328000"/>
          </a:xfrm>
        </p:grpSpPr>
        <p:sp>
          <p:nvSpPr>
            <p:cNvPr id="1493" name="Google Shape;1493;p61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1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1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7" name="Google Shape;1497;p61"/>
          <p:cNvGrpSpPr/>
          <p:nvPr/>
        </p:nvGrpSpPr>
        <p:grpSpPr>
          <a:xfrm rot="1210147">
            <a:off x="767719" y="3980425"/>
            <a:ext cx="265406" cy="351258"/>
            <a:chOff x="5191250" y="3543125"/>
            <a:chExt cx="265400" cy="351250"/>
          </a:xfrm>
        </p:grpSpPr>
        <p:sp>
          <p:nvSpPr>
            <p:cNvPr id="1498" name="Google Shape;1498;p61"/>
            <p:cNvSpPr/>
            <p:nvPr/>
          </p:nvSpPr>
          <p:spPr>
            <a:xfrm>
              <a:off x="5306725" y="3668375"/>
              <a:ext cx="131700" cy="226000"/>
            </a:xfrm>
            <a:custGeom>
              <a:avLst/>
              <a:gdLst/>
              <a:ahLst/>
              <a:cxnLst/>
              <a:rect l="l" t="t" r="r" b="b"/>
              <a:pathLst>
                <a:path w="5268" h="9040" extrusionOk="0">
                  <a:moveTo>
                    <a:pt x="3153" y="2587"/>
                  </a:moveTo>
                  <a:cubicBezTo>
                    <a:pt x="3379" y="2587"/>
                    <a:pt x="3574" y="2767"/>
                    <a:pt x="3574" y="2993"/>
                  </a:cubicBezTo>
                  <a:cubicBezTo>
                    <a:pt x="3574" y="3219"/>
                    <a:pt x="3379" y="3414"/>
                    <a:pt x="3153" y="3414"/>
                  </a:cubicBezTo>
                  <a:lnTo>
                    <a:pt x="2942" y="3414"/>
                  </a:lnTo>
                  <a:cubicBezTo>
                    <a:pt x="2712" y="3414"/>
                    <a:pt x="2536" y="3219"/>
                    <a:pt x="2536" y="2993"/>
                  </a:cubicBezTo>
                  <a:cubicBezTo>
                    <a:pt x="2536" y="2767"/>
                    <a:pt x="2712" y="2587"/>
                    <a:pt x="2942" y="2587"/>
                  </a:cubicBezTo>
                  <a:close/>
                  <a:moveTo>
                    <a:pt x="2064" y="4214"/>
                  </a:moveTo>
                  <a:cubicBezTo>
                    <a:pt x="2291" y="4214"/>
                    <a:pt x="2470" y="4389"/>
                    <a:pt x="2470" y="4620"/>
                  </a:cubicBezTo>
                  <a:cubicBezTo>
                    <a:pt x="2470" y="4846"/>
                    <a:pt x="2291" y="5025"/>
                    <a:pt x="2064" y="5025"/>
                  </a:cubicBezTo>
                  <a:cubicBezTo>
                    <a:pt x="1834" y="5025"/>
                    <a:pt x="1659" y="4846"/>
                    <a:pt x="1659" y="4620"/>
                  </a:cubicBezTo>
                  <a:cubicBezTo>
                    <a:pt x="1659" y="4389"/>
                    <a:pt x="1834" y="4214"/>
                    <a:pt x="2064" y="4214"/>
                  </a:cubicBezTo>
                  <a:close/>
                  <a:moveTo>
                    <a:pt x="3590" y="5092"/>
                  </a:moveTo>
                  <a:cubicBezTo>
                    <a:pt x="3820" y="5092"/>
                    <a:pt x="4015" y="5267"/>
                    <a:pt x="4015" y="5497"/>
                  </a:cubicBezTo>
                  <a:cubicBezTo>
                    <a:pt x="4015" y="5724"/>
                    <a:pt x="3820" y="5903"/>
                    <a:pt x="3590" y="5903"/>
                  </a:cubicBezTo>
                  <a:cubicBezTo>
                    <a:pt x="3363" y="5903"/>
                    <a:pt x="3184" y="5724"/>
                    <a:pt x="3184" y="5497"/>
                  </a:cubicBezTo>
                  <a:cubicBezTo>
                    <a:pt x="3184" y="5267"/>
                    <a:pt x="3363" y="5092"/>
                    <a:pt x="3590" y="5092"/>
                  </a:cubicBezTo>
                  <a:close/>
                  <a:moveTo>
                    <a:pt x="2275" y="6765"/>
                  </a:moveTo>
                  <a:cubicBezTo>
                    <a:pt x="2501" y="6765"/>
                    <a:pt x="2696" y="6945"/>
                    <a:pt x="2696" y="7171"/>
                  </a:cubicBezTo>
                  <a:cubicBezTo>
                    <a:pt x="2696" y="7397"/>
                    <a:pt x="2501" y="7577"/>
                    <a:pt x="2275" y="7577"/>
                  </a:cubicBezTo>
                  <a:lnTo>
                    <a:pt x="2064" y="7577"/>
                  </a:lnTo>
                  <a:cubicBezTo>
                    <a:pt x="1834" y="7577"/>
                    <a:pt x="1659" y="7397"/>
                    <a:pt x="1659" y="7171"/>
                  </a:cubicBezTo>
                  <a:cubicBezTo>
                    <a:pt x="1659" y="6945"/>
                    <a:pt x="1834" y="6765"/>
                    <a:pt x="2064" y="6765"/>
                  </a:cubicBezTo>
                  <a:close/>
                  <a:moveTo>
                    <a:pt x="5267" y="1"/>
                  </a:moveTo>
                  <a:lnTo>
                    <a:pt x="2259" y="1011"/>
                  </a:lnTo>
                  <a:cubicBezTo>
                    <a:pt x="910" y="1464"/>
                    <a:pt x="1" y="2716"/>
                    <a:pt x="1" y="4132"/>
                  </a:cubicBezTo>
                  <a:lnTo>
                    <a:pt x="1" y="9040"/>
                  </a:lnTo>
                  <a:lnTo>
                    <a:pt x="2470" y="9040"/>
                  </a:lnTo>
                  <a:cubicBezTo>
                    <a:pt x="4015" y="9040"/>
                    <a:pt x="5267" y="7787"/>
                    <a:pt x="5267" y="6227"/>
                  </a:cubicBezTo>
                  <a:lnTo>
                    <a:pt x="5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1"/>
            <p:cNvSpPr/>
            <p:nvPr/>
          </p:nvSpPr>
          <p:spPr>
            <a:xfrm>
              <a:off x="5209600" y="3668375"/>
              <a:ext cx="99600" cy="226000"/>
            </a:xfrm>
            <a:custGeom>
              <a:avLst/>
              <a:gdLst/>
              <a:ahLst/>
              <a:cxnLst/>
              <a:rect l="l" t="t" r="r" b="b"/>
              <a:pathLst>
                <a:path w="3984" h="9040" extrusionOk="0">
                  <a:moveTo>
                    <a:pt x="1756" y="2376"/>
                  </a:moveTo>
                  <a:cubicBezTo>
                    <a:pt x="1982" y="2376"/>
                    <a:pt x="2161" y="2556"/>
                    <a:pt x="2161" y="2782"/>
                  </a:cubicBezTo>
                  <a:cubicBezTo>
                    <a:pt x="2161" y="3008"/>
                    <a:pt x="1982" y="3188"/>
                    <a:pt x="1756" y="3188"/>
                  </a:cubicBezTo>
                  <a:lnTo>
                    <a:pt x="1525" y="3188"/>
                  </a:lnTo>
                  <a:cubicBezTo>
                    <a:pt x="1299" y="3188"/>
                    <a:pt x="1120" y="3008"/>
                    <a:pt x="1120" y="2782"/>
                  </a:cubicBezTo>
                  <a:cubicBezTo>
                    <a:pt x="1120" y="2556"/>
                    <a:pt x="1299" y="2376"/>
                    <a:pt x="1525" y="2376"/>
                  </a:cubicBezTo>
                  <a:close/>
                  <a:moveTo>
                    <a:pt x="1525" y="5092"/>
                  </a:moveTo>
                  <a:cubicBezTo>
                    <a:pt x="1756" y="5092"/>
                    <a:pt x="1951" y="5267"/>
                    <a:pt x="1951" y="5497"/>
                  </a:cubicBezTo>
                  <a:cubicBezTo>
                    <a:pt x="1951" y="5724"/>
                    <a:pt x="1756" y="5903"/>
                    <a:pt x="1525" y="5903"/>
                  </a:cubicBezTo>
                  <a:cubicBezTo>
                    <a:pt x="1299" y="5903"/>
                    <a:pt x="1120" y="5724"/>
                    <a:pt x="1120" y="5497"/>
                  </a:cubicBezTo>
                  <a:cubicBezTo>
                    <a:pt x="1120" y="5267"/>
                    <a:pt x="1299" y="5092"/>
                    <a:pt x="1525" y="5092"/>
                  </a:cubicBezTo>
                  <a:close/>
                  <a:moveTo>
                    <a:pt x="0" y="1"/>
                  </a:moveTo>
                  <a:lnTo>
                    <a:pt x="0" y="6227"/>
                  </a:lnTo>
                  <a:cubicBezTo>
                    <a:pt x="0" y="7787"/>
                    <a:pt x="1252" y="9040"/>
                    <a:pt x="2793" y="9040"/>
                  </a:cubicBezTo>
                  <a:lnTo>
                    <a:pt x="3070" y="9040"/>
                  </a:lnTo>
                  <a:lnTo>
                    <a:pt x="3070" y="4132"/>
                  </a:lnTo>
                  <a:cubicBezTo>
                    <a:pt x="3070" y="3172"/>
                    <a:pt x="3414" y="2263"/>
                    <a:pt x="3983" y="1546"/>
                  </a:cubicBezTo>
                  <a:cubicBezTo>
                    <a:pt x="3706" y="1319"/>
                    <a:pt x="3363" y="1140"/>
                    <a:pt x="3008" y="10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1"/>
            <p:cNvSpPr/>
            <p:nvPr/>
          </p:nvSpPr>
          <p:spPr>
            <a:xfrm>
              <a:off x="5247725" y="3631025"/>
              <a:ext cx="42750" cy="39825"/>
            </a:xfrm>
            <a:custGeom>
              <a:avLst/>
              <a:gdLst/>
              <a:ahLst/>
              <a:cxnLst/>
              <a:rect l="l" t="t" r="r" b="b"/>
              <a:pathLst>
                <a:path w="1710" h="1593" extrusionOk="0">
                  <a:moveTo>
                    <a:pt x="1073" y="1"/>
                  </a:moveTo>
                  <a:cubicBezTo>
                    <a:pt x="441" y="1"/>
                    <a:pt x="0" y="636"/>
                    <a:pt x="231" y="1222"/>
                  </a:cubicBezTo>
                  <a:lnTo>
                    <a:pt x="1335" y="1592"/>
                  </a:lnTo>
                  <a:cubicBezTo>
                    <a:pt x="1268" y="1124"/>
                    <a:pt x="1401" y="636"/>
                    <a:pt x="1709" y="246"/>
                  </a:cubicBezTo>
                  <a:cubicBezTo>
                    <a:pt x="1545" y="98"/>
                    <a:pt x="1319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1"/>
            <p:cNvSpPr/>
            <p:nvPr/>
          </p:nvSpPr>
          <p:spPr>
            <a:xfrm>
              <a:off x="5357450" y="3631025"/>
              <a:ext cx="42725" cy="39825"/>
            </a:xfrm>
            <a:custGeom>
              <a:avLst/>
              <a:gdLst/>
              <a:ahLst/>
              <a:cxnLst/>
              <a:rect l="l" t="t" r="r" b="b"/>
              <a:pathLst>
                <a:path w="1709" h="1593" extrusionOk="0">
                  <a:moveTo>
                    <a:pt x="636" y="1"/>
                  </a:moveTo>
                  <a:cubicBezTo>
                    <a:pt x="390" y="1"/>
                    <a:pt x="164" y="98"/>
                    <a:pt x="0" y="246"/>
                  </a:cubicBezTo>
                  <a:cubicBezTo>
                    <a:pt x="312" y="636"/>
                    <a:pt x="441" y="1124"/>
                    <a:pt x="375" y="1592"/>
                  </a:cubicBezTo>
                  <a:lnTo>
                    <a:pt x="1483" y="1222"/>
                  </a:lnTo>
                  <a:cubicBezTo>
                    <a:pt x="1709" y="636"/>
                    <a:pt x="1268" y="1"/>
                    <a:pt x="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1"/>
            <p:cNvSpPr/>
            <p:nvPr/>
          </p:nvSpPr>
          <p:spPr>
            <a:xfrm>
              <a:off x="5191250" y="3543125"/>
              <a:ext cx="265400" cy="111150"/>
            </a:xfrm>
            <a:custGeom>
              <a:avLst/>
              <a:gdLst/>
              <a:ahLst/>
              <a:cxnLst/>
              <a:rect l="l" t="t" r="r" b="b"/>
              <a:pathLst>
                <a:path w="10616" h="4446" extrusionOk="0">
                  <a:moveTo>
                    <a:pt x="5310" y="1"/>
                  </a:moveTo>
                  <a:cubicBezTo>
                    <a:pt x="4956" y="1"/>
                    <a:pt x="4602" y="160"/>
                    <a:pt x="4374" y="478"/>
                  </a:cubicBezTo>
                  <a:cubicBezTo>
                    <a:pt x="4165" y="328"/>
                    <a:pt x="3927" y="257"/>
                    <a:pt x="3694" y="257"/>
                  </a:cubicBezTo>
                  <a:cubicBezTo>
                    <a:pt x="3240" y="257"/>
                    <a:pt x="2801" y="525"/>
                    <a:pt x="2618" y="996"/>
                  </a:cubicBezTo>
                  <a:cubicBezTo>
                    <a:pt x="2516" y="967"/>
                    <a:pt x="2412" y="953"/>
                    <a:pt x="2310" y="953"/>
                  </a:cubicBezTo>
                  <a:cubicBezTo>
                    <a:pt x="1860" y="953"/>
                    <a:pt x="1437" y="1225"/>
                    <a:pt x="1253" y="1648"/>
                  </a:cubicBezTo>
                  <a:cubicBezTo>
                    <a:pt x="555" y="1714"/>
                    <a:pt x="1" y="2315"/>
                    <a:pt x="1" y="3029"/>
                  </a:cubicBezTo>
                  <a:cubicBezTo>
                    <a:pt x="1" y="3501"/>
                    <a:pt x="149" y="3809"/>
                    <a:pt x="328" y="4020"/>
                  </a:cubicBezTo>
                  <a:lnTo>
                    <a:pt x="1612" y="4445"/>
                  </a:lnTo>
                  <a:cubicBezTo>
                    <a:pt x="1596" y="3680"/>
                    <a:pt x="2084" y="3013"/>
                    <a:pt x="2782" y="2787"/>
                  </a:cubicBezTo>
                  <a:lnTo>
                    <a:pt x="2669" y="2315"/>
                  </a:lnTo>
                  <a:cubicBezTo>
                    <a:pt x="2603" y="2104"/>
                    <a:pt x="2731" y="1874"/>
                    <a:pt x="2962" y="1827"/>
                  </a:cubicBezTo>
                  <a:cubicBezTo>
                    <a:pt x="2999" y="1816"/>
                    <a:pt x="3035" y="1811"/>
                    <a:pt x="3071" y="1811"/>
                  </a:cubicBezTo>
                  <a:cubicBezTo>
                    <a:pt x="3253" y="1811"/>
                    <a:pt x="3409" y="1944"/>
                    <a:pt x="3465" y="2120"/>
                  </a:cubicBezTo>
                  <a:lnTo>
                    <a:pt x="3609" y="2705"/>
                  </a:lnTo>
                  <a:cubicBezTo>
                    <a:pt x="3999" y="2768"/>
                    <a:pt x="4358" y="2982"/>
                    <a:pt x="4620" y="3275"/>
                  </a:cubicBezTo>
                  <a:cubicBezTo>
                    <a:pt x="4717" y="3224"/>
                    <a:pt x="4795" y="3193"/>
                    <a:pt x="4893" y="3177"/>
                  </a:cubicBezTo>
                  <a:lnTo>
                    <a:pt x="4893" y="2007"/>
                  </a:lnTo>
                  <a:cubicBezTo>
                    <a:pt x="4893" y="1777"/>
                    <a:pt x="5088" y="1582"/>
                    <a:pt x="5318" y="1582"/>
                  </a:cubicBezTo>
                  <a:cubicBezTo>
                    <a:pt x="5529" y="1582"/>
                    <a:pt x="5724" y="1777"/>
                    <a:pt x="5724" y="2007"/>
                  </a:cubicBezTo>
                  <a:lnTo>
                    <a:pt x="5724" y="3177"/>
                  </a:lnTo>
                  <a:cubicBezTo>
                    <a:pt x="5821" y="3193"/>
                    <a:pt x="5903" y="3224"/>
                    <a:pt x="6001" y="3275"/>
                  </a:cubicBezTo>
                  <a:cubicBezTo>
                    <a:pt x="6258" y="2982"/>
                    <a:pt x="6617" y="2768"/>
                    <a:pt x="7007" y="2705"/>
                  </a:cubicBezTo>
                  <a:lnTo>
                    <a:pt x="7155" y="2120"/>
                  </a:lnTo>
                  <a:cubicBezTo>
                    <a:pt x="7208" y="1944"/>
                    <a:pt x="7363" y="1811"/>
                    <a:pt x="7547" y="1811"/>
                  </a:cubicBezTo>
                  <a:cubicBezTo>
                    <a:pt x="7584" y="1811"/>
                    <a:pt x="7621" y="1816"/>
                    <a:pt x="7659" y="1827"/>
                  </a:cubicBezTo>
                  <a:cubicBezTo>
                    <a:pt x="7885" y="1874"/>
                    <a:pt x="8014" y="2104"/>
                    <a:pt x="7951" y="2315"/>
                  </a:cubicBezTo>
                  <a:lnTo>
                    <a:pt x="7838" y="2787"/>
                  </a:lnTo>
                  <a:cubicBezTo>
                    <a:pt x="8536" y="3013"/>
                    <a:pt x="9024" y="3665"/>
                    <a:pt x="9008" y="4445"/>
                  </a:cubicBezTo>
                  <a:lnTo>
                    <a:pt x="10292" y="4020"/>
                  </a:lnTo>
                  <a:cubicBezTo>
                    <a:pt x="10471" y="3809"/>
                    <a:pt x="10616" y="3501"/>
                    <a:pt x="10616" y="3029"/>
                  </a:cubicBezTo>
                  <a:cubicBezTo>
                    <a:pt x="10616" y="2315"/>
                    <a:pt x="10062" y="1714"/>
                    <a:pt x="9363" y="1648"/>
                  </a:cubicBezTo>
                  <a:cubicBezTo>
                    <a:pt x="9179" y="1225"/>
                    <a:pt x="8757" y="953"/>
                    <a:pt x="8307" y="953"/>
                  </a:cubicBezTo>
                  <a:cubicBezTo>
                    <a:pt x="8204" y="953"/>
                    <a:pt x="8101" y="967"/>
                    <a:pt x="7998" y="996"/>
                  </a:cubicBezTo>
                  <a:cubicBezTo>
                    <a:pt x="7815" y="525"/>
                    <a:pt x="7378" y="257"/>
                    <a:pt x="6924" y="257"/>
                  </a:cubicBezTo>
                  <a:cubicBezTo>
                    <a:pt x="6691" y="257"/>
                    <a:pt x="6453" y="328"/>
                    <a:pt x="6243" y="478"/>
                  </a:cubicBezTo>
                  <a:cubicBezTo>
                    <a:pt x="6016" y="160"/>
                    <a:pt x="5663" y="1"/>
                    <a:pt x="53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1"/>
            <p:cNvSpPr/>
            <p:nvPr/>
          </p:nvSpPr>
          <p:spPr>
            <a:xfrm>
              <a:off x="5301375" y="3642050"/>
              <a:ext cx="45175" cy="45075"/>
            </a:xfrm>
            <a:custGeom>
              <a:avLst/>
              <a:gdLst/>
              <a:ahLst/>
              <a:cxnLst/>
              <a:rect l="l" t="t" r="r" b="b"/>
              <a:pathLst>
                <a:path w="1807" h="1803" extrusionOk="0">
                  <a:moveTo>
                    <a:pt x="913" y="0"/>
                  </a:moveTo>
                  <a:cubicBezTo>
                    <a:pt x="410" y="0"/>
                    <a:pt x="0" y="406"/>
                    <a:pt x="0" y="894"/>
                  </a:cubicBezTo>
                  <a:cubicBezTo>
                    <a:pt x="0" y="1397"/>
                    <a:pt x="410" y="1803"/>
                    <a:pt x="913" y="1803"/>
                  </a:cubicBezTo>
                  <a:cubicBezTo>
                    <a:pt x="1401" y="1803"/>
                    <a:pt x="1806" y="1397"/>
                    <a:pt x="1806" y="894"/>
                  </a:cubicBezTo>
                  <a:cubicBezTo>
                    <a:pt x="1806" y="406"/>
                    <a:pt x="1401" y="0"/>
                    <a:pt x="9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4" name="Google Shape;1504;p61"/>
          <p:cNvGrpSpPr/>
          <p:nvPr/>
        </p:nvGrpSpPr>
        <p:grpSpPr>
          <a:xfrm rot="1519332">
            <a:off x="5212366" y="2058649"/>
            <a:ext cx="186971" cy="351043"/>
            <a:chOff x="4730050" y="4212675"/>
            <a:chExt cx="186975" cy="351050"/>
          </a:xfrm>
        </p:grpSpPr>
        <p:sp>
          <p:nvSpPr>
            <p:cNvPr id="1505" name="Google Shape;1505;p61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61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1015;p47"/>
          <p:cNvSpPr txBox="1">
            <a:spLocks noGrp="1"/>
          </p:cNvSpPr>
          <p:nvPr>
            <p:ph type="subTitle" idx="4294967295"/>
          </p:nvPr>
        </p:nvSpPr>
        <p:spPr>
          <a:xfrm>
            <a:off x="416721" y="1988348"/>
            <a:ext cx="4741908" cy="297012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 The questionnaire was provided by some questions for feedbacks where the students can express their opinions about our survey . </a:t>
            </a:r>
          </a:p>
          <a:p>
            <a:pPr lvl="0">
              <a:buClr>
                <a:schemeClr val="bg1"/>
              </a:buClr>
              <a:buSzPct val="100000"/>
            </a:pPr>
            <a:endParaRPr lang="en-US" sz="2000" b="1" dirty="0">
              <a:solidFill>
                <a:schemeClr val="tx1"/>
              </a:solidFill>
            </a:endParaRPr>
          </a:p>
          <a:p>
            <a:pPr lvl="0">
              <a:buClr>
                <a:schemeClr val="bg1"/>
              </a:buClr>
              <a:buSzPct val="100000"/>
            </a:pPr>
            <a:endParaRPr lang="en-US" sz="2000" b="1" dirty="0">
              <a:solidFill>
                <a:schemeClr val="tx1"/>
              </a:solidFill>
            </a:endParaRPr>
          </a:p>
          <a:p>
            <a:pPr marL="342900" indent="-342900"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The number of responses we got were 107 responses.</a:t>
            </a:r>
          </a:p>
          <a:p>
            <a:pPr marL="342900" lvl="0" indent="-342900"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tx1"/>
              </a:solidFill>
            </a:endParaRPr>
          </a:p>
          <a:p>
            <a:endParaRPr lang="en-US" dirty="0"/>
          </a:p>
          <a:p>
            <a:pPr marL="342900" lvl="0" indent="-342900"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tx1"/>
              </a:solidFill>
            </a:endParaRPr>
          </a:p>
          <a:p>
            <a:pPr marL="342900" lvl="0" indent="-342900">
              <a:buClr>
                <a:schemeClr val="bg1"/>
              </a:buClr>
              <a:buSzPct val="100000"/>
              <a:buFont typeface="Wingdings" panose="05000000000000000000" pitchFamily="2" charset="2"/>
              <a:buChar char="Ø"/>
            </a:pPr>
            <a:endParaRPr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Google Shape;1472;p6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227" r="18980"/>
          <a:stretch/>
        </p:blipFill>
        <p:spPr>
          <a:xfrm>
            <a:off x="5027350" y="370050"/>
            <a:ext cx="3748202" cy="4403399"/>
          </a:xfrm>
          <a:prstGeom prst="rect">
            <a:avLst/>
          </a:prstGeom>
        </p:spPr>
      </p:pic>
      <p:sp>
        <p:nvSpPr>
          <p:cNvPr id="1473" name="Google Shape;1473;p61"/>
          <p:cNvSpPr txBox="1">
            <a:spLocks noGrp="1"/>
          </p:cNvSpPr>
          <p:nvPr>
            <p:ph type="title"/>
          </p:nvPr>
        </p:nvSpPr>
        <p:spPr>
          <a:xfrm>
            <a:off x="696092" y="64485"/>
            <a:ext cx="4638338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FEEDBACK </a:t>
            </a:r>
            <a:r>
              <a:rPr lang="en" dirty="0">
                <a:solidFill>
                  <a:schemeClr val="lt1"/>
                </a:solidFill>
              </a:rPr>
              <a:t>RESPONSES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75" name="Google Shape;1475;p61"/>
          <p:cNvSpPr/>
          <p:nvPr/>
        </p:nvSpPr>
        <p:spPr>
          <a:xfrm>
            <a:off x="8204850" y="135050"/>
            <a:ext cx="461400" cy="461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F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61"/>
          <p:cNvSpPr/>
          <p:nvPr/>
        </p:nvSpPr>
        <p:spPr>
          <a:xfrm flipH="1">
            <a:off x="8334000" y="3700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7" name="Google Shape;1477;p61"/>
          <p:cNvGrpSpPr/>
          <p:nvPr/>
        </p:nvGrpSpPr>
        <p:grpSpPr>
          <a:xfrm flipH="1">
            <a:off x="4767338" y="4"/>
            <a:ext cx="4376603" cy="5143501"/>
            <a:chOff x="1617475" y="3505950"/>
            <a:chExt cx="420625" cy="494325"/>
          </a:xfrm>
        </p:grpSpPr>
        <p:sp>
          <p:nvSpPr>
            <p:cNvPr id="1478" name="Google Shape;1478;p61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1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1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1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1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1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1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1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1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1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1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1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0" name="Google Shape;1490;p61"/>
          <p:cNvSpPr/>
          <p:nvPr/>
        </p:nvSpPr>
        <p:spPr>
          <a:xfrm flipH="1">
            <a:off x="5552413" y="26085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61"/>
          <p:cNvSpPr/>
          <p:nvPr/>
        </p:nvSpPr>
        <p:spPr>
          <a:xfrm flipH="1">
            <a:off x="8204850" y="5079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2" name="Google Shape;1492;p61"/>
          <p:cNvGrpSpPr/>
          <p:nvPr/>
        </p:nvGrpSpPr>
        <p:grpSpPr>
          <a:xfrm>
            <a:off x="8474850" y="861725"/>
            <a:ext cx="355600" cy="328000"/>
            <a:chOff x="4163600" y="4224300"/>
            <a:chExt cx="355600" cy="328000"/>
          </a:xfrm>
        </p:grpSpPr>
        <p:sp>
          <p:nvSpPr>
            <p:cNvPr id="1493" name="Google Shape;1493;p61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1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1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7" name="Google Shape;1497;p61"/>
          <p:cNvGrpSpPr/>
          <p:nvPr/>
        </p:nvGrpSpPr>
        <p:grpSpPr>
          <a:xfrm rot="1210147">
            <a:off x="767719" y="3980425"/>
            <a:ext cx="265406" cy="351258"/>
            <a:chOff x="5191250" y="3543125"/>
            <a:chExt cx="265400" cy="351250"/>
          </a:xfrm>
        </p:grpSpPr>
        <p:sp>
          <p:nvSpPr>
            <p:cNvPr id="1498" name="Google Shape;1498;p61"/>
            <p:cNvSpPr/>
            <p:nvPr/>
          </p:nvSpPr>
          <p:spPr>
            <a:xfrm>
              <a:off x="5306725" y="3668375"/>
              <a:ext cx="131700" cy="226000"/>
            </a:xfrm>
            <a:custGeom>
              <a:avLst/>
              <a:gdLst/>
              <a:ahLst/>
              <a:cxnLst/>
              <a:rect l="l" t="t" r="r" b="b"/>
              <a:pathLst>
                <a:path w="5268" h="9040" extrusionOk="0">
                  <a:moveTo>
                    <a:pt x="3153" y="2587"/>
                  </a:moveTo>
                  <a:cubicBezTo>
                    <a:pt x="3379" y="2587"/>
                    <a:pt x="3574" y="2767"/>
                    <a:pt x="3574" y="2993"/>
                  </a:cubicBezTo>
                  <a:cubicBezTo>
                    <a:pt x="3574" y="3219"/>
                    <a:pt x="3379" y="3414"/>
                    <a:pt x="3153" y="3414"/>
                  </a:cubicBezTo>
                  <a:lnTo>
                    <a:pt x="2942" y="3414"/>
                  </a:lnTo>
                  <a:cubicBezTo>
                    <a:pt x="2712" y="3414"/>
                    <a:pt x="2536" y="3219"/>
                    <a:pt x="2536" y="2993"/>
                  </a:cubicBezTo>
                  <a:cubicBezTo>
                    <a:pt x="2536" y="2767"/>
                    <a:pt x="2712" y="2587"/>
                    <a:pt x="2942" y="2587"/>
                  </a:cubicBezTo>
                  <a:close/>
                  <a:moveTo>
                    <a:pt x="2064" y="4214"/>
                  </a:moveTo>
                  <a:cubicBezTo>
                    <a:pt x="2291" y="4214"/>
                    <a:pt x="2470" y="4389"/>
                    <a:pt x="2470" y="4620"/>
                  </a:cubicBezTo>
                  <a:cubicBezTo>
                    <a:pt x="2470" y="4846"/>
                    <a:pt x="2291" y="5025"/>
                    <a:pt x="2064" y="5025"/>
                  </a:cubicBezTo>
                  <a:cubicBezTo>
                    <a:pt x="1834" y="5025"/>
                    <a:pt x="1659" y="4846"/>
                    <a:pt x="1659" y="4620"/>
                  </a:cubicBezTo>
                  <a:cubicBezTo>
                    <a:pt x="1659" y="4389"/>
                    <a:pt x="1834" y="4214"/>
                    <a:pt x="2064" y="4214"/>
                  </a:cubicBezTo>
                  <a:close/>
                  <a:moveTo>
                    <a:pt x="3590" y="5092"/>
                  </a:moveTo>
                  <a:cubicBezTo>
                    <a:pt x="3820" y="5092"/>
                    <a:pt x="4015" y="5267"/>
                    <a:pt x="4015" y="5497"/>
                  </a:cubicBezTo>
                  <a:cubicBezTo>
                    <a:pt x="4015" y="5724"/>
                    <a:pt x="3820" y="5903"/>
                    <a:pt x="3590" y="5903"/>
                  </a:cubicBezTo>
                  <a:cubicBezTo>
                    <a:pt x="3363" y="5903"/>
                    <a:pt x="3184" y="5724"/>
                    <a:pt x="3184" y="5497"/>
                  </a:cubicBezTo>
                  <a:cubicBezTo>
                    <a:pt x="3184" y="5267"/>
                    <a:pt x="3363" y="5092"/>
                    <a:pt x="3590" y="5092"/>
                  </a:cubicBezTo>
                  <a:close/>
                  <a:moveTo>
                    <a:pt x="2275" y="6765"/>
                  </a:moveTo>
                  <a:cubicBezTo>
                    <a:pt x="2501" y="6765"/>
                    <a:pt x="2696" y="6945"/>
                    <a:pt x="2696" y="7171"/>
                  </a:cubicBezTo>
                  <a:cubicBezTo>
                    <a:pt x="2696" y="7397"/>
                    <a:pt x="2501" y="7577"/>
                    <a:pt x="2275" y="7577"/>
                  </a:cubicBezTo>
                  <a:lnTo>
                    <a:pt x="2064" y="7577"/>
                  </a:lnTo>
                  <a:cubicBezTo>
                    <a:pt x="1834" y="7577"/>
                    <a:pt x="1659" y="7397"/>
                    <a:pt x="1659" y="7171"/>
                  </a:cubicBezTo>
                  <a:cubicBezTo>
                    <a:pt x="1659" y="6945"/>
                    <a:pt x="1834" y="6765"/>
                    <a:pt x="2064" y="6765"/>
                  </a:cubicBezTo>
                  <a:close/>
                  <a:moveTo>
                    <a:pt x="5267" y="1"/>
                  </a:moveTo>
                  <a:lnTo>
                    <a:pt x="2259" y="1011"/>
                  </a:lnTo>
                  <a:cubicBezTo>
                    <a:pt x="910" y="1464"/>
                    <a:pt x="1" y="2716"/>
                    <a:pt x="1" y="4132"/>
                  </a:cubicBezTo>
                  <a:lnTo>
                    <a:pt x="1" y="9040"/>
                  </a:lnTo>
                  <a:lnTo>
                    <a:pt x="2470" y="9040"/>
                  </a:lnTo>
                  <a:cubicBezTo>
                    <a:pt x="4015" y="9040"/>
                    <a:pt x="5267" y="7787"/>
                    <a:pt x="5267" y="6227"/>
                  </a:cubicBezTo>
                  <a:lnTo>
                    <a:pt x="5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1"/>
            <p:cNvSpPr/>
            <p:nvPr/>
          </p:nvSpPr>
          <p:spPr>
            <a:xfrm>
              <a:off x="5209600" y="3668375"/>
              <a:ext cx="99600" cy="226000"/>
            </a:xfrm>
            <a:custGeom>
              <a:avLst/>
              <a:gdLst/>
              <a:ahLst/>
              <a:cxnLst/>
              <a:rect l="l" t="t" r="r" b="b"/>
              <a:pathLst>
                <a:path w="3984" h="9040" extrusionOk="0">
                  <a:moveTo>
                    <a:pt x="1756" y="2376"/>
                  </a:moveTo>
                  <a:cubicBezTo>
                    <a:pt x="1982" y="2376"/>
                    <a:pt x="2161" y="2556"/>
                    <a:pt x="2161" y="2782"/>
                  </a:cubicBezTo>
                  <a:cubicBezTo>
                    <a:pt x="2161" y="3008"/>
                    <a:pt x="1982" y="3188"/>
                    <a:pt x="1756" y="3188"/>
                  </a:cubicBezTo>
                  <a:lnTo>
                    <a:pt x="1525" y="3188"/>
                  </a:lnTo>
                  <a:cubicBezTo>
                    <a:pt x="1299" y="3188"/>
                    <a:pt x="1120" y="3008"/>
                    <a:pt x="1120" y="2782"/>
                  </a:cubicBezTo>
                  <a:cubicBezTo>
                    <a:pt x="1120" y="2556"/>
                    <a:pt x="1299" y="2376"/>
                    <a:pt x="1525" y="2376"/>
                  </a:cubicBezTo>
                  <a:close/>
                  <a:moveTo>
                    <a:pt x="1525" y="5092"/>
                  </a:moveTo>
                  <a:cubicBezTo>
                    <a:pt x="1756" y="5092"/>
                    <a:pt x="1951" y="5267"/>
                    <a:pt x="1951" y="5497"/>
                  </a:cubicBezTo>
                  <a:cubicBezTo>
                    <a:pt x="1951" y="5724"/>
                    <a:pt x="1756" y="5903"/>
                    <a:pt x="1525" y="5903"/>
                  </a:cubicBezTo>
                  <a:cubicBezTo>
                    <a:pt x="1299" y="5903"/>
                    <a:pt x="1120" y="5724"/>
                    <a:pt x="1120" y="5497"/>
                  </a:cubicBezTo>
                  <a:cubicBezTo>
                    <a:pt x="1120" y="5267"/>
                    <a:pt x="1299" y="5092"/>
                    <a:pt x="1525" y="5092"/>
                  </a:cubicBezTo>
                  <a:close/>
                  <a:moveTo>
                    <a:pt x="0" y="1"/>
                  </a:moveTo>
                  <a:lnTo>
                    <a:pt x="0" y="6227"/>
                  </a:lnTo>
                  <a:cubicBezTo>
                    <a:pt x="0" y="7787"/>
                    <a:pt x="1252" y="9040"/>
                    <a:pt x="2793" y="9040"/>
                  </a:cubicBezTo>
                  <a:lnTo>
                    <a:pt x="3070" y="9040"/>
                  </a:lnTo>
                  <a:lnTo>
                    <a:pt x="3070" y="4132"/>
                  </a:lnTo>
                  <a:cubicBezTo>
                    <a:pt x="3070" y="3172"/>
                    <a:pt x="3414" y="2263"/>
                    <a:pt x="3983" y="1546"/>
                  </a:cubicBezTo>
                  <a:cubicBezTo>
                    <a:pt x="3706" y="1319"/>
                    <a:pt x="3363" y="1140"/>
                    <a:pt x="3008" y="10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1"/>
            <p:cNvSpPr/>
            <p:nvPr/>
          </p:nvSpPr>
          <p:spPr>
            <a:xfrm>
              <a:off x="5247725" y="3631025"/>
              <a:ext cx="42750" cy="39825"/>
            </a:xfrm>
            <a:custGeom>
              <a:avLst/>
              <a:gdLst/>
              <a:ahLst/>
              <a:cxnLst/>
              <a:rect l="l" t="t" r="r" b="b"/>
              <a:pathLst>
                <a:path w="1710" h="1593" extrusionOk="0">
                  <a:moveTo>
                    <a:pt x="1073" y="1"/>
                  </a:moveTo>
                  <a:cubicBezTo>
                    <a:pt x="441" y="1"/>
                    <a:pt x="0" y="636"/>
                    <a:pt x="231" y="1222"/>
                  </a:cubicBezTo>
                  <a:lnTo>
                    <a:pt x="1335" y="1592"/>
                  </a:lnTo>
                  <a:cubicBezTo>
                    <a:pt x="1268" y="1124"/>
                    <a:pt x="1401" y="636"/>
                    <a:pt x="1709" y="246"/>
                  </a:cubicBezTo>
                  <a:cubicBezTo>
                    <a:pt x="1545" y="98"/>
                    <a:pt x="1319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1"/>
            <p:cNvSpPr/>
            <p:nvPr/>
          </p:nvSpPr>
          <p:spPr>
            <a:xfrm>
              <a:off x="5357450" y="3631025"/>
              <a:ext cx="42725" cy="39825"/>
            </a:xfrm>
            <a:custGeom>
              <a:avLst/>
              <a:gdLst/>
              <a:ahLst/>
              <a:cxnLst/>
              <a:rect l="l" t="t" r="r" b="b"/>
              <a:pathLst>
                <a:path w="1709" h="1593" extrusionOk="0">
                  <a:moveTo>
                    <a:pt x="636" y="1"/>
                  </a:moveTo>
                  <a:cubicBezTo>
                    <a:pt x="390" y="1"/>
                    <a:pt x="164" y="98"/>
                    <a:pt x="0" y="246"/>
                  </a:cubicBezTo>
                  <a:cubicBezTo>
                    <a:pt x="312" y="636"/>
                    <a:pt x="441" y="1124"/>
                    <a:pt x="375" y="1592"/>
                  </a:cubicBezTo>
                  <a:lnTo>
                    <a:pt x="1483" y="1222"/>
                  </a:lnTo>
                  <a:cubicBezTo>
                    <a:pt x="1709" y="636"/>
                    <a:pt x="1268" y="1"/>
                    <a:pt x="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1"/>
            <p:cNvSpPr/>
            <p:nvPr/>
          </p:nvSpPr>
          <p:spPr>
            <a:xfrm>
              <a:off x="5191250" y="3543125"/>
              <a:ext cx="265400" cy="111150"/>
            </a:xfrm>
            <a:custGeom>
              <a:avLst/>
              <a:gdLst/>
              <a:ahLst/>
              <a:cxnLst/>
              <a:rect l="l" t="t" r="r" b="b"/>
              <a:pathLst>
                <a:path w="10616" h="4446" extrusionOk="0">
                  <a:moveTo>
                    <a:pt x="5310" y="1"/>
                  </a:moveTo>
                  <a:cubicBezTo>
                    <a:pt x="4956" y="1"/>
                    <a:pt x="4602" y="160"/>
                    <a:pt x="4374" y="478"/>
                  </a:cubicBezTo>
                  <a:cubicBezTo>
                    <a:pt x="4165" y="328"/>
                    <a:pt x="3927" y="257"/>
                    <a:pt x="3694" y="257"/>
                  </a:cubicBezTo>
                  <a:cubicBezTo>
                    <a:pt x="3240" y="257"/>
                    <a:pt x="2801" y="525"/>
                    <a:pt x="2618" y="996"/>
                  </a:cubicBezTo>
                  <a:cubicBezTo>
                    <a:pt x="2516" y="967"/>
                    <a:pt x="2412" y="953"/>
                    <a:pt x="2310" y="953"/>
                  </a:cubicBezTo>
                  <a:cubicBezTo>
                    <a:pt x="1860" y="953"/>
                    <a:pt x="1437" y="1225"/>
                    <a:pt x="1253" y="1648"/>
                  </a:cubicBezTo>
                  <a:cubicBezTo>
                    <a:pt x="555" y="1714"/>
                    <a:pt x="1" y="2315"/>
                    <a:pt x="1" y="3029"/>
                  </a:cubicBezTo>
                  <a:cubicBezTo>
                    <a:pt x="1" y="3501"/>
                    <a:pt x="149" y="3809"/>
                    <a:pt x="328" y="4020"/>
                  </a:cubicBezTo>
                  <a:lnTo>
                    <a:pt x="1612" y="4445"/>
                  </a:lnTo>
                  <a:cubicBezTo>
                    <a:pt x="1596" y="3680"/>
                    <a:pt x="2084" y="3013"/>
                    <a:pt x="2782" y="2787"/>
                  </a:cubicBezTo>
                  <a:lnTo>
                    <a:pt x="2669" y="2315"/>
                  </a:lnTo>
                  <a:cubicBezTo>
                    <a:pt x="2603" y="2104"/>
                    <a:pt x="2731" y="1874"/>
                    <a:pt x="2962" y="1827"/>
                  </a:cubicBezTo>
                  <a:cubicBezTo>
                    <a:pt x="2999" y="1816"/>
                    <a:pt x="3035" y="1811"/>
                    <a:pt x="3071" y="1811"/>
                  </a:cubicBezTo>
                  <a:cubicBezTo>
                    <a:pt x="3253" y="1811"/>
                    <a:pt x="3409" y="1944"/>
                    <a:pt x="3465" y="2120"/>
                  </a:cubicBezTo>
                  <a:lnTo>
                    <a:pt x="3609" y="2705"/>
                  </a:lnTo>
                  <a:cubicBezTo>
                    <a:pt x="3999" y="2768"/>
                    <a:pt x="4358" y="2982"/>
                    <a:pt x="4620" y="3275"/>
                  </a:cubicBezTo>
                  <a:cubicBezTo>
                    <a:pt x="4717" y="3224"/>
                    <a:pt x="4795" y="3193"/>
                    <a:pt x="4893" y="3177"/>
                  </a:cubicBezTo>
                  <a:lnTo>
                    <a:pt x="4893" y="2007"/>
                  </a:lnTo>
                  <a:cubicBezTo>
                    <a:pt x="4893" y="1777"/>
                    <a:pt x="5088" y="1582"/>
                    <a:pt x="5318" y="1582"/>
                  </a:cubicBezTo>
                  <a:cubicBezTo>
                    <a:pt x="5529" y="1582"/>
                    <a:pt x="5724" y="1777"/>
                    <a:pt x="5724" y="2007"/>
                  </a:cubicBezTo>
                  <a:lnTo>
                    <a:pt x="5724" y="3177"/>
                  </a:lnTo>
                  <a:cubicBezTo>
                    <a:pt x="5821" y="3193"/>
                    <a:pt x="5903" y="3224"/>
                    <a:pt x="6001" y="3275"/>
                  </a:cubicBezTo>
                  <a:cubicBezTo>
                    <a:pt x="6258" y="2982"/>
                    <a:pt x="6617" y="2768"/>
                    <a:pt x="7007" y="2705"/>
                  </a:cubicBezTo>
                  <a:lnTo>
                    <a:pt x="7155" y="2120"/>
                  </a:lnTo>
                  <a:cubicBezTo>
                    <a:pt x="7208" y="1944"/>
                    <a:pt x="7363" y="1811"/>
                    <a:pt x="7547" y="1811"/>
                  </a:cubicBezTo>
                  <a:cubicBezTo>
                    <a:pt x="7584" y="1811"/>
                    <a:pt x="7621" y="1816"/>
                    <a:pt x="7659" y="1827"/>
                  </a:cubicBezTo>
                  <a:cubicBezTo>
                    <a:pt x="7885" y="1874"/>
                    <a:pt x="8014" y="2104"/>
                    <a:pt x="7951" y="2315"/>
                  </a:cubicBezTo>
                  <a:lnTo>
                    <a:pt x="7838" y="2787"/>
                  </a:lnTo>
                  <a:cubicBezTo>
                    <a:pt x="8536" y="3013"/>
                    <a:pt x="9024" y="3665"/>
                    <a:pt x="9008" y="4445"/>
                  </a:cubicBezTo>
                  <a:lnTo>
                    <a:pt x="10292" y="4020"/>
                  </a:lnTo>
                  <a:cubicBezTo>
                    <a:pt x="10471" y="3809"/>
                    <a:pt x="10616" y="3501"/>
                    <a:pt x="10616" y="3029"/>
                  </a:cubicBezTo>
                  <a:cubicBezTo>
                    <a:pt x="10616" y="2315"/>
                    <a:pt x="10062" y="1714"/>
                    <a:pt x="9363" y="1648"/>
                  </a:cubicBezTo>
                  <a:cubicBezTo>
                    <a:pt x="9179" y="1225"/>
                    <a:pt x="8757" y="953"/>
                    <a:pt x="8307" y="953"/>
                  </a:cubicBezTo>
                  <a:cubicBezTo>
                    <a:pt x="8204" y="953"/>
                    <a:pt x="8101" y="967"/>
                    <a:pt x="7998" y="996"/>
                  </a:cubicBezTo>
                  <a:cubicBezTo>
                    <a:pt x="7815" y="525"/>
                    <a:pt x="7378" y="257"/>
                    <a:pt x="6924" y="257"/>
                  </a:cubicBezTo>
                  <a:cubicBezTo>
                    <a:pt x="6691" y="257"/>
                    <a:pt x="6453" y="328"/>
                    <a:pt x="6243" y="478"/>
                  </a:cubicBezTo>
                  <a:cubicBezTo>
                    <a:pt x="6016" y="160"/>
                    <a:pt x="5663" y="1"/>
                    <a:pt x="53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1"/>
            <p:cNvSpPr/>
            <p:nvPr/>
          </p:nvSpPr>
          <p:spPr>
            <a:xfrm>
              <a:off x="5301375" y="3642050"/>
              <a:ext cx="45175" cy="45075"/>
            </a:xfrm>
            <a:custGeom>
              <a:avLst/>
              <a:gdLst/>
              <a:ahLst/>
              <a:cxnLst/>
              <a:rect l="l" t="t" r="r" b="b"/>
              <a:pathLst>
                <a:path w="1807" h="1803" extrusionOk="0">
                  <a:moveTo>
                    <a:pt x="913" y="0"/>
                  </a:moveTo>
                  <a:cubicBezTo>
                    <a:pt x="410" y="0"/>
                    <a:pt x="0" y="406"/>
                    <a:pt x="0" y="894"/>
                  </a:cubicBezTo>
                  <a:cubicBezTo>
                    <a:pt x="0" y="1397"/>
                    <a:pt x="410" y="1803"/>
                    <a:pt x="913" y="1803"/>
                  </a:cubicBezTo>
                  <a:cubicBezTo>
                    <a:pt x="1401" y="1803"/>
                    <a:pt x="1806" y="1397"/>
                    <a:pt x="1806" y="894"/>
                  </a:cubicBezTo>
                  <a:cubicBezTo>
                    <a:pt x="1806" y="406"/>
                    <a:pt x="1401" y="0"/>
                    <a:pt x="9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6" y="1530786"/>
            <a:ext cx="4640436" cy="229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9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Google Shape;1472;p6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227" r="18980"/>
          <a:stretch/>
        </p:blipFill>
        <p:spPr>
          <a:xfrm>
            <a:off x="5027350" y="370050"/>
            <a:ext cx="3748202" cy="4403399"/>
          </a:xfrm>
          <a:prstGeom prst="rect">
            <a:avLst/>
          </a:prstGeom>
        </p:spPr>
      </p:pic>
      <p:sp>
        <p:nvSpPr>
          <p:cNvPr id="1473" name="Google Shape;1473;p61"/>
          <p:cNvSpPr txBox="1">
            <a:spLocks noGrp="1"/>
          </p:cNvSpPr>
          <p:nvPr>
            <p:ph type="title"/>
          </p:nvPr>
        </p:nvSpPr>
        <p:spPr>
          <a:xfrm>
            <a:off x="696092" y="64485"/>
            <a:ext cx="4638338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FEEDBACK </a:t>
            </a:r>
            <a:r>
              <a:rPr lang="en" dirty="0">
                <a:solidFill>
                  <a:schemeClr val="lt1"/>
                </a:solidFill>
              </a:rPr>
              <a:t>RESPONSES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75" name="Google Shape;1475;p61"/>
          <p:cNvSpPr/>
          <p:nvPr/>
        </p:nvSpPr>
        <p:spPr>
          <a:xfrm>
            <a:off x="8204850" y="135050"/>
            <a:ext cx="461400" cy="461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F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61"/>
          <p:cNvSpPr/>
          <p:nvPr/>
        </p:nvSpPr>
        <p:spPr>
          <a:xfrm flipH="1">
            <a:off x="8334000" y="3700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7" name="Google Shape;1477;p61"/>
          <p:cNvGrpSpPr/>
          <p:nvPr/>
        </p:nvGrpSpPr>
        <p:grpSpPr>
          <a:xfrm flipH="1">
            <a:off x="4767338" y="4"/>
            <a:ext cx="4376603" cy="5143501"/>
            <a:chOff x="1617475" y="3505950"/>
            <a:chExt cx="420625" cy="494325"/>
          </a:xfrm>
        </p:grpSpPr>
        <p:sp>
          <p:nvSpPr>
            <p:cNvPr id="1478" name="Google Shape;1478;p61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1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1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1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1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1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1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1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1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1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1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1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0" name="Google Shape;1490;p61"/>
          <p:cNvSpPr/>
          <p:nvPr/>
        </p:nvSpPr>
        <p:spPr>
          <a:xfrm flipH="1">
            <a:off x="5552413" y="26085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61"/>
          <p:cNvSpPr/>
          <p:nvPr/>
        </p:nvSpPr>
        <p:spPr>
          <a:xfrm flipH="1">
            <a:off x="8204850" y="5079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2" name="Google Shape;1492;p61"/>
          <p:cNvGrpSpPr/>
          <p:nvPr/>
        </p:nvGrpSpPr>
        <p:grpSpPr>
          <a:xfrm>
            <a:off x="8474850" y="861725"/>
            <a:ext cx="355600" cy="328000"/>
            <a:chOff x="4163600" y="4224300"/>
            <a:chExt cx="355600" cy="328000"/>
          </a:xfrm>
        </p:grpSpPr>
        <p:sp>
          <p:nvSpPr>
            <p:cNvPr id="1493" name="Google Shape;1493;p61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1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1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7" name="Google Shape;1497;p61"/>
          <p:cNvGrpSpPr/>
          <p:nvPr/>
        </p:nvGrpSpPr>
        <p:grpSpPr>
          <a:xfrm rot="1210147">
            <a:off x="767719" y="3980425"/>
            <a:ext cx="265406" cy="351258"/>
            <a:chOff x="5191250" y="3543125"/>
            <a:chExt cx="265400" cy="351250"/>
          </a:xfrm>
        </p:grpSpPr>
        <p:sp>
          <p:nvSpPr>
            <p:cNvPr id="1498" name="Google Shape;1498;p61"/>
            <p:cNvSpPr/>
            <p:nvPr/>
          </p:nvSpPr>
          <p:spPr>
            <a:xfrm>
              <a:off x="5306725" y="3668375"/>
              <a:ext cx="131700" cy="226000"/>
            </a:xfrm>
            <a:custGeom>
              <a:avLst/>
              <a:gdLst/>
              <a:ahLst/>
              <a:cxnLst/>
              <a:rect l="l" t="t" r="r" b="b"/>
              <a:pathLst>
                <a:path w="5268" h="9040" extrusionOk="0">
                  <a:moveTo>
                    <a:pt x="3153" y="2587"/>
                  </a:moveTo>
                  <a:cubicBezTo>
                    <a:pt x="3379" y="2587"/>
                    <a:pt x="3574" y="2767"/>
                    <a:pt x="3574" y="2993"/>
                  </a:cubicBezTo>
                  <a:cubicBezTo>
                    <a:pt x="3574" y="3219"/>
                    <a:pt x="3379" y="3414"/>
                    <a:pt x="3153" y="3414"/>
                  </a:cubicBezTo>
                  <a:lnTo>
                    <a:pt x="2942" y="3414"/>
                  </a:lnTo>
                  <a:cubicBezTo>
                    <a:pt x="2712" y="3414"/>
                    <a:pt x="2536" y="3219"/>
                    <a:pt x="2536" y="2993"/>
                  </a:cubicBezTo>
                  <a:cubicBezTo>
                    <a:pt x="2536" y="2767"/>
                    <a:pt x="2712" y="2587"/>
                    <a:pt x="2942" y="2587"/>
                  </a:cubicBezTo>
                  <a:close/>
                  <a:moveTo>
                    <a:pt x="2064" y="4214"/>
                  </a:moveTo>
                  <a:cubicBezTo>
                    <a:pt x="2291" y="4214"/>
                    <a:pt x="2470" y="4389"/>
                    <a:pt x="2470" y="4620"/>
                  </a:cubicBezTo>
                  <a:cubicBezTo>
                    <a:pt x="2470" y="4846"/>
                    <a:pt x="2291" y="5025"/>
                    <a:pt x="2064" y="5025"/>
                  </a:cubicBezTo>
                  <a:cubicBezTo>
                    <a:pt x="1834" y="5025"/>
                    <a:pt x="1659" y="4846"/>
                    <a:pt x="1659" y="4620"/>
                  </a:cubicBezTo>
                  <a:cubicBezTo>
                    <a:pt x="1659" y="4389"/>
                    <a:pt x="1834" y="4214"/>
                    <a:pt x="2064" y="4214"/>
                  </a:cubicBezTo>
                  <a:close/>
                  <a:moveTo>
                    <a:pt x="3590" y="5092"/>
                  </a:moveTo>
                  <a:cubicBezTo>
                    <a:pt x="3820" y="5092"/>
                    <a:pt x="4015" y="5267"/>
                    <a:pt x="4015" y="5497"/>
                  </a:cubicBezTo>
                  <a:cubicBezTo>
                    <a:pt x="4015" y="5724"/>
                    <a:pt x="3820" y="5903"/>
                    <a:pt x="3590" y="5903"/>
                  </a:cubicBezTo>
                  <a:cubicBezTo>
                    <a:pt x="3363" y="5903"/>
                    <a:pt x="3184" y="5724"/>
                    <a:pt x="3184" y="5497"/>
                  </a:cubicBezTo>
                  <a:cubicBezTo>
                    <a:pt x="3184" y="5267"/>
                    <a:pt x="3363" y="5092"/>
                    <a:pt x="3590" y="5092"/>
                  </a:cubicBezTo>
                  <a:close/>
                  <a:moveTo>
                    <a:pt x="2275" y="6765"/>
                  </a:moveTo>
                  <a:cubicBezTo>
                    <a:pt x="2501" y="6765"/>
                    <a:pt x="2696" y="6945"/>
                    <a:pt x="2696" y="7171"/>
                  </a:cubicBezTo>
                  <a:cubicBezTo>
                    <a:pt x="2696" y="7397"/>
                    <a:pt x="2501" y="7577"/>
                    <a:pt x="2275" y="7577"/>
                  </a:cubicBezTo>
                  <a:lnTo>
                    <a:pt x="2064" y="7577"/>
                  </a:lnTo>
                  <a:cubicBezTo>
                    <a:pt x="1834" y="7577"/>
                    <a:pt x="1659" y="7397"/>
                    <a:pt x="1659" y="7171"/>
                  </a:cubicBezTo>
                  <a:cubicBezTo>
                    <a:pt x="1659" y="6945"/>
                    <a:pt x="1834" y="6765"/>
                    <a:pt x="2064" y="6765"/>
                  </a:cubicBezTo>
                  <a:close/>
                  <a:moveTo>
                    <a:pt x="5267" y="1"/>
                  </a:moveTo>
                  <a:lnTo>
                    <a:pt x="2259" y="1011"/>
                  </a:lnTo>
                  <a:cubicBezTo>
                    <a:pt x="910" y="1464"/>
                    <a:pt x="1" y="2716"/>
                    <a:pt x="1" y="4132"/>
                  </a:cubicBezTo>
                  <a:lnTo>
                    <a:pt x="1" y="9040"/>
                  </a:lnTo>
                  <a:lnTo>
                    <a:pt x="2470" y="9040"/>
                  </a:lnTo>
                  <a:cubicBezTo>
                    <a:pt x="4015" y="9040"/>
                    <a:pt x="5267" y="7787"/>
                    <a:pt x="5267" y="6227"/>
                  </a:cubicBezTo>
                  <a:lnTo>
                    <a:pt x="5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1"/>
            <p:cNvSpPr/>
            <p:nvPr/>
          </p:nvSpPr>
          <p:spPr>
            <a:xfrm>
              <a:off x="5209600" y="3668375"/>
              <a:ext cx="99600" cy="226000"/>
            </a:xfrm>
            <a:custGeom>
              <a:avLst/>
              <a:gdLst/>
              <a:ahLst/>
              <a:cxnLst/>
              <a:rect l="l" t="t" r="r" b="b"/>
              <a:pathLst>
                <a:path w="3984" h="9040" extrusionOk="0">
                  <a:moveTo>
                    <a:pt x="1756" y="2376"/>
                  </a:moveTo>
                  <a:cubicBezTo>
                    <a:pt x="1982" y="2376"/>
                    <a:pt x="2161" y="2556"/>
                    <a:pt x="2161" y="2782"/>
                  </a:cubicBezTo>
                  <a:cubicBezTo>
                    <a:pt x="2161" y="3008"/>
                    <a:pt x="1982" y="3188"/>
                    <a:pt x="1756" y="3188"/>
                  </a:cubicBezTo>
                  <a:lnTo>
                    <a:pt x="1525" y="3188"/>
                  </a:lnTo>
                  <a:cubicBezTo>
                    <a:pt x="1299" y="3188"/>
                    <a:pt x="1120" y="3008"/>
                    <a:pt x="1120" y="2782"/>
                  </a:cubicBezTo>
                  <a:cubicBezTo>
                    <a:pt x="1120" y="2556"/>
                    <a:pt x="1299" y="2376"/>
                    <a:pt x="1525" y="2376"/>
                  </a:cubicBezTo>
                  <a:close/>
                  <a:moveTo>
                    <a:pt x="1525" y="5092"/>
                  </a:moveTo>
                  <a:cubicBezTo>
                    <a:pt x="1756" y="5092"/>
                    <a:pt x="1951" y="5267"/>
                    <a:pt x="1951" y="5497"/>
                  </a:cubicBezTo>
                  <a:cubicBezTo>
                    <a:pt x="1951" y="5724"/>
                    <a:pt x="1756" y="5903"/>
                    <a:pt x="1525" y="5903"/>
                  </a:cubicBezTo>
                  <a:cubicBezTo>
                    <a:pt x="1299" y="5903"/>
                    <a:pt x="1120" y="5724"/>
                    <a:pt x="1120" y="5497"/>
                  </a:cubicBezTo>
                  <a:cubicBezTo>
                    <a:pt x="1120" y="5267"/>
                    <a:pt x="1299" y="5092"/>
                    <a:pt x="1525" y="5092"/>
                  </a:cubicBezTo>
                  <a:close/>
                  <a:moveTo>
                    <a:pt x="0" y="1"/>
                  </a:moveTo>
                  <a:lnTo>
                    <a:pt x="0" y="6227"/>
                  </a:lnTo>
                  <a:cubicBezTo>
                    <a:pt x="0" y="7787"/>
                    <a:pt x="1252" y="9040"/>
                    <a:pt x="2793" y="9040"/>
                  </a:cubicBezTo>
                  <a:lnTo>
                    <a:pt x="3070" y="9040"/>
                  </a:lnTo>
                  <a:lnTo>
                    <a:pt x="3070" y="4132"/>
                  </a:lnTo>
                  <a:cubicBezTo>
                    <a:pt x="3070" y="3172"/>
                    <a:pt x="3414" y="2263"/>
                    <a:pt x="3983" y="1546"/>
                  </a:cubicBezTo>
                  <a:cubicBezTo>
                    <a:pt x="3706" y="1319"/>
                    <a:pt x="3363" y="1140"/>
                    <a:pt x="3008" y="10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1"/>
            <p:cNvSpPr/>
            <p:nvPr/>
          </p:nvSpPr>
          <p:spPr>
            <a:xfrm>
              <a:off x="5247725" y="3631025"/>
              <a:ext cx="42750" cy="39825"/>
            </a:xfrm>
            <a:custGeom>
              <a:avLst/>
              <a:gdLst/>
              <a:ahLst/>
              <a:cxnLst/>
              <a:rect l="l" t="t" r="r" b="b"/>
              <a:pathLst>
                <a:path w="1710" h="1593" extrusionOk="0">
                  <a:moveTo>
                    <a:pt x="1073" y="1"/>
                  </a:moveTo>
                  <a:cubicBezTo>
                    <a:pt x="441" y="1"/>
                    <a:pt x="0" y="636"/>
                    <a:pt x="231" y="1222"/>
                  </a:cubicBezTo>
                  <a:lnTo>
                    <a:pt x="1335" y="1592"/>
                  </a:lnTo>
                  <a:cubicBezTo>
                    <a:pt x="1268" y="1124"/>
                    <a:pt x="1401" y="636"/>
                    <a:pt x="1709" y="246"/>
                  </a:cubicBezTo>
                  <a:cubicBezTo>
                    <a:pt x="1545" y="98"/>
                    <a:pt x="1319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1"/>
            <p:cNvSpPr/>
            <p:nvPr/>
          </p:nvSpPr>
          <p:spPr>
            <a:xfrm>
              <a:off x="5357450" y="3631025"/>
              <a:ext cx="42725" cy="39825"/>
            </a:xfrm>
            <a:custGeom>
              <a:avLst/>
              <a:gdLst/>
              <a:ahLst/>
              <a:cxnLst/>
              <a:rect l="l" t="t" r="r" b="b"/>
              <a:pathLst>
                <a:path w="1709" h="1593" extrusionOk="0">
                  <a:moveTo>
                    <a:pt x="636" y="1"/>
                  </a:moveTo>
                  <a:cubicBezTo>
                    <a:pt x="390" y="1"/>
                    <a:pt x="164" y="98"/>
                    <a:pt x="0" y="246"/>
                  </a:cubicBezTo>
                  <a:cubicBezTo>
                    <a:pt x="312" y="636"/>
                    <a:pt x="441" y="1124"/>
                    <a:pt x="375" y="1592"/>
                  </a:cubicBezTo>
                  <a:lnTo>
                    <a:pt x="1483" y="1222"/>
                  </a:lnTo>
                  <a:cubicBezTo>
                    <a:pt x="1709" y="636"/>
                    <a:pt x="1268" y="1"/>
                    <a:pt x="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1"/>
            <p:cNvSpPr/>
            <p:nvPr/>
          </p:nvSpPr>
          <p:spPr>
            <a:xfrm>
              <a:off x="5191250" y="3543125"/>
              <a:ext cx="265400" cy="111150"/>
            </a:xfrm>
            <a:custGeom>
              <a:avLst/>
              <a:gdLst/>
              <a:ahLst/>
              <a:cxnLst/>
              <a:rect l="l" t="t" r="r" b="b"/>
              <a:pathLst>
                <a:path w="10616" h="4446" extrusionOk="0">
                  <a:moveTo>
                    <a:pt x="5310" y="1"/>
                  </a:moveTo>
                  <a:cubicBezTo>
                    <a:pt x="4956" y="1"/>
                    <a:pt x="4602" y="160"/>
                    <a:pt x="4374" y="478"/>
                  </a:cubicBezTo>
                  <a:cubicBezTo>
                    <a:pt x="4165" y="328"/>
                    <a:pt x="3927" y="257"/>
                    <a:pt x="3694" y="257"/>
                  </a:cubicBezTo>
                  <a:cubicBezTo>
                    <a:pt x="3240" y="257"/>
                    <a:pt x="2801" y="525"/>
                    <a:pt x="2618" y="996"/>
                  </a:cubicBezTo>
                  <a:cubicBezTo>
                    <a:pt x="2516" y="967"/>
                    <a:pt x="2412" y="953"/>
                    <a:pt x="2310" y="953"/>
                  </a:cubicBezTo>
                  <a:cubicBezTo>
                    <a:pt x="1860" y="953"/>
                    <a:pt x="1437" y="1225"/>
                    <a:pt x="1253" y="1648"/>
                  </a:cubicBezTo>
                  <a:cubicBezTo>
                    <a:pt x="555" y="1714"/>
                    <a:pt x="1" y="2315"/>
                    <a:pt x="1" y="3029"/>
                  </a:cubicBezTo>
                  <a:cubicBezTo>
                    <a:pt x="1" y="3501"/>
                    <a:pt x="149" y="3809"/>
                    <a:pt x="328" y="4020"/>
                  </a:cubicBezTo>
                  <a:lnTo>
                    <a:pt x="1612" y="4445"/>
                  </a:lnTo>
                  <a:cubicBezTo>
                    <a:pt x="1596" y="3680"/>
                    <a:pt x="2084" y="3013"/>
                    <a:pt x="2782" y="2787"/>
                  </a:cubicBezTo>
                  <a:lnTo>
                    <a:pt x="2669" y="2315"/>
                  </a:lnTo>
                  <a:cubicBezTo>
                    <a:pt x="2603" y="2104"/>
                    <a:pt x="2731" y="1874"/>
                    <a:pt x="2962" y="1827"/>
                  </a:cubicBezTo>
                  <a:cubicBezTo>
                    <a:pt x="2999" y="1816"/>
                    <a:pt x="3035" y="1811"/>
                    <a:pt x="3071" y="1811"/>
                  </a:cubicBezTo>
                  <a:cubicBezTo>
                    <a:pt x="3253" y="1811"/>
                    <a:pt x="3409" y="1944"/>
                    <a:pt x="3465" y="2120"/>
                  </a:cubicBezTo>
                  <a:lnTo>
                    <a:pt x="3609" y="2705"/>
                  </a:lnTo>
                  <a:cubicBezTo>
                    <a:pt x="3999" y="2768"/>
                    <a:pt x="4358" y="2982"/>
                    <a:pt x="4620" y="3275"/>
                  </a:cubicBezTo>
                  <a:cubicBezTo>
                    <a:pt x="4717" y="3224"/>
                    <a:pt x="4795" y="3193"/>
                    <a:pt x="4893" y="3177"/>
                  </a:cubicBezTo>
                  <a:lnTo>
                    <a:pt x="4893" y="2007"/>
                  </a:lnTo>
                  <a:cubicBezTo>
                    <a:pt x="4893" y="1777"/>
                    <a:pt x="5088" y="1582"/>
                    <a:pt x="5318" y="1582"/>
                  </a:cubicBezTo>
                  <a:cubicBezTo>
                    <a:pt x="5529" y="1582"/>
                    <a:pt x="5724" y="1777"/>
                    <a:pt x="5724" y="2007"/>
                  </a:cubicBezTo>
                  <a:lnTo>
                    <a:pt x="5724" y="3177"/>
                  </a:lnTo>
                  <a:cubicBezTo>
                    <a:pt x="5821" y="3193"/>
                    <a:pt x="5903" y="3224"/>
                    <a:pt x="6001" y="3275"/>
                  </a:cubicBezTo>
                  <a:cubicBezTo>
                    <a:pt x="6258" y="2982"/>
                    <a:pt x="6617" y="2768"/>
                    <a:pt x="7007" y="2705"/>
                  </a:cubicBezTo>
                  <a:lnTo>
                    <a:pt x="7155" y="2120"/>
                  </a:lnTo>
                  <a:cubicBezTo>
                    <a:pt x="7208" y="1944"/>
                    <a:pt x="7363" y="1811"/>
                    <a:pt x="7547" y="1811"/>
                  </a:cubicBezTo>
                  <a:cubicBezTo>
                    <a:pt x="7584" y="1811"/>
                    <a:pt x="7621" y="1816"/>
                    <a:pt x="7659" y="1827"/>
                  </a:cubicBezTo>
                  <a:cubicBezTo>
                    <a:pt x="7885" y="1874"/>
                    <a:pt x="8014" y="2104"/>
                    <a:pt x="7951" y="2315"/>
                  </a:cubicBezTo>
                  <a:lnTo>
                    <a:pt x="7838" y="2787"/>
                  </a:lnTo>
                  <a:cubicBezTo>
                    <a:pt x="8536" y="3013"/>
                    <a:pt x="9024" y="3665"/>
                    <a:pt x="9008" y="4445"/>
                  </a:cubicBezTo>
                  <a:lnTo>
                    <a:pt x="10292" y="4020"/>
                  </a:lnTo>
                  <a:cubicBezTo>
                    <a:pt x="10471" y="3809"/>
                    <a:pt x="10616" y="3501"/>
                    <a:pt x="10616" y="3029"/>
                  </a:cubicBezTo>
                  <a:cubicBezTo>
                    <a:pt x="10616" y="2315"/>
                    <a:pt x="10062" y="1714"/>
                    <a:pt x="9363" y="1648"/>
                  </a:cubicBezTo>
                  <a:cubicBezTo>
                    <a:pt x="9179" y="1225"/>
                    <a:pt x="8757" y="953"/>
                    <a:pt x="8307" y="953"/>
                  </a:cubicBezTo>
                  <a:cubicBezTo>
                    <a:pt x="8204" y="953"/>
                    <a:pt x="8101" y="967"/>
                    <a:pt x="7998" y="996"/>
                  </a:cubicBezTo>
                  <a:cubicBezTo>
                    <a:pt x="7815" y="525"/>
                    <a:pt x="7378" y="257"/>
                    <a:pt x="6924" y="257"/>
                  </a:cubicBezTo>
                  <a:cubicBezTo>
                    <a:pt x="6691" y="257"/>
                    <a:pt x="6453" y="328"/>
                    <a:pt x="6243" y="478"/>
                  </a:cubicBezTo>
                  <a:cubicBezTo>
                    <a:pt x="6016" y="160"/>
                    <a:pt x="5663" y="1"/>
                    <a:pt x="53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1"/>
            <p:cNvSpPr/>
            <p:nvPr/>
          </p:nvSpPr>
          <p:spPr>
            <a:xfrm>
              <a:off x="5301375" y="3642050"/>
              <a:ext cx="45175" cy="45075"/>
            </a:xfrm>
            <a:custGeom>
              <a:avLst/>
              <a:gdLst/>
              <a:ahLst/>
              <a:cxnLst/>
              <a:rect l="l" t="t" r="r" b="b"/>
              <a:pathLst>
                <a:path w="1807" h="1803" extrusionOk="0">
                  <a:moveTo>
                    <a:pt x="913" y="0"/>
                  </a:moveTo>
                  <a:cubicBezTo>
                    <a:pt x="410" y="0"/>
                    <a:pt x="0" y="406"/>
                    <a:pt x="0" y="894"/>
                  </a:cubicBezTo>
                  <a:cubicBezTo>
                    <a:pt x="0" y="1397"/>
                    <a:pt x="410" y="1803"/>
                    <a:pt x="913" y="1803"/>
                  </a:cubicBezTo>
                  <a:cubicBezTo>
                    <a:pt x="1401" y="1803"/>
                    <a:pt x="1806" y="1397"/>
                    <a:pt x="1806" y="894"/>
                  </a:cubicBezTo>
                  <a:cubicBezTo>
                    <a:pt x="1806" y="406"/>
                    <a:pt x="1401" y="0"/>
                    <a:pt x="9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44" y="1530786"/>
            <a:ext cx="4615661" cy="229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2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Google Shape;1472;p6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4227" r="18980"/>
          <a:stretch/>
        </p:blipFill>
        <p:spPr>
          <a:xfrm>
            <a:off x="5027350" y="370050"/>
            <a:ext cx="3748202" cy="4403399"/>
          </a:xfrm>
          <a:prstGeom prst="rect">
            <a:avLst/>
          </a:prstGeom>
        </p:spPr>
      </p:pic>
      <p:sp>
        <p:nvSpPr>
          <p:cNvPr id="1473" name="Google Shape;1473;p61"/>
          <p:cNvSpPr txBox="1">
            <a:spLocks noGrp="1"/>
          </p:cNvSpPr>
          <p:nvPr>
            <p:ph type="title"/>
          </p:nvPr>
        </p:nvSpPr>
        <p:spPr>
          <a:xfrm>
            <a:off x="696092" y="64485"/>
            <a:ext cx="4638338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FEEDBACK </a:t>
            </a:r>
            <a:r>
              <a:rPr lang="en" dirty="0">
                <a:solidFill>
                  <a:schemeClr val="lt1"/>
                </a:solidFill>
              </a:rPr>
              <a:t>RESPONSES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475" name="Google Shape;1475;p61"/>
          <p:cNvSpPr/>
          <p:nvPr/>
        </p:nvSpPr>
        <p:spPr>
          <a:xfrm>
            <a:off x="8204850" y="135050"/>
            <a:ext cx="461400" cy="461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F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6" name="Google Shape;1476;p61"/>
          <p:cNvSpPr/>
          <p:nvPr/>
        </p:nvSpPr>
        <p:spPr>
          <a:xfrm flipH="1">
            <a:off x="8334000" y="3700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7" name="Google Shape;1477;p61"/>
          <p:cNvGrpSpPr/>
          <p:nvPr/>
        </p:nvGrpSpPr>
        <p:grpSpPr>
          <a:xfrm flipH="1">
            <a:off x="4767338" y="4"/>
            <a:ext cx="4376603" cy="5143501"/>
            <a:chOff x="1617475" y="3505950"/>
            <a:chExt cx="420625" cy="494325"/>
          </a:xfrm>
        </p:grpSpPr>
        <p:sp>
          <p:nvSpPr>
            <p:cNvPr id="1478" name="Google Shape;1478;p61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1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1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1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1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1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1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1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1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1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1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1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0" name="Google Shape;1490;p61"/>
          <p:cNvSpPr/>
          <p:nvPr/>
        </p:nvSpPr>
        <p:spPr>
          <a:xfrm flipH="1">
            <a:off x="5552413" y="26085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61"/>
          <p:cNvSpPr/>
          <p:nvPr/>
        </p:nvSpPr>
        <p:spPr>
          <a:xfrm flipH="1">
            <a:off x="8204850" y="5079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2" name="Google Shape;1492;p61"/>
          <p:cNvGrpSpPr/>
          <p:nvPr/>
        </p:nvGrpSpPr>
        <p:grpSpPr>
          <a:xfrm>
            <a:off x="8474850" y="861725"/>
            <a:ext cx="355600" cy="328000"/>
            <a:chOff x="4163600" y="4224300"/>
            <a:chExt cx="355600" cy="328000"/>
          </a:xfrm>
        </p:grpSpPr>
        <p:sp>
          <p:nvSpPr>
            <p:cNvPr id="1493" name="Google Shape;1493;p61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1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1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7" name="Google Shape;1497;p61"/>
          <p:cNvGrpSpPr/>
          <p:nvPr/>
        </p:nvGrpSpPr>
        <p:grpSpPr>
          <a:xfrm rot="1210147">
            <a:off x="767719" y="3980425"/>
            <a:ext cx="265406" cy="351258"/>
            <a:chOff x="5191250" y="3543125"/>
            <a:chExt cx="265400" cy="351250"/>
          </a:xfrm>
        </p:grpSpPr>
        <p:sp>
          <p:nvSpPr>
            <p:cNvPr id="1498" name="Google Shape;1498;p61"/>
            <p:cNvSpPr/>
            <p:nvPr/>
          </p:nvSpPr>
          <p:spPr>
            <a:xfrm>
              <a:off x="5306725" y="3668375"/>
              <a:ext cx="131700" cy="226000"/>
            </a:xfrm>
            <a:custGeom>
              <a:avLst/>
              <a:gdLst/>
              <a:ahLst/>
              <a:cxnLst/>
              <a:rect l="l" t="t" r="r" b="b"/>
              <a:pathLst>
                <a:path w="5268" h="9040" extrusionOk="0">
                  <a:moveTo>
                    <a:pt x="3153" y="2587"/>
                  </a:moveTo>
                  <a:cubicBezTo>
                    <a:pt x="3379" y="2587"/>
                    <a:pt x="3574" y="2767"/>
                    <a:pt x="3574" y="2993"/>
                  </a:cubicBezTo>
                  <a:cubicBezTo>
                    <a:pt x="3574" y="3219"/>
                    <a:pt x="3379" y="3414"/>
                    <a:pt x="3153" y="3414"/>
                  </a:cubicBezTo>
                  <a:lnTo>
                    <a:pt x="2942" y="3414"/>
                  </a:lnTo>
                  <a:cubicBezTo>
                    <a:pt x="2712" y="3414"/>
                    <a:pt x="2536" y="3219"/>
                    <a:pt x="2536" y="2993"/>
                  </a:cubicBezTo>
                  <a:cubicBezTo>
                    <a:pt x="2536" y="2767"/>
                    <a:pt x="2712" y="2587"/>
                    <a:pt x="2942" y="2587"/>
                  </a:cubicBezTo>
                  <a:close/>
                  <a:moveTo>
                    <a:pt x="2064" y="4214"/>
                  </a:moveTo>
                  <a:cubicBezTo>
                    <a:pt x="2291" y="4214"/>
                    <a:pt x="2470" y="4389"/>
                    <a:pt x="2470" y="4620"/>
                  </a:cubicBezTo>
                  <a:cubicBezTo>
                    <a:pt x="2470" y="4846"/>
                    <a:pt x="2291" y="5025"/>
                    <a:pt x="2064" y="5025"/>
                  </a:cubicBezTo>
                  <a:cubicBezTo>
                    <a:pt x="1834" y="5025"/>
                    <a:pt x="1659" y="4846"/>
                    <a:pt x="1659" y="4620"/>
                  </a:cubicBezTo>
                  <a:cubicBezTo>
                    <a:pt x="1659" y="4389"/>
                    <a:pt x="1834" y="4214"/>
                    <a:pt x="2064" y="4214"/>
                  </a:cubicBezTo>
                  <a:close/>
                  <a:moveTo>
                    <a:pt x="3590" y="5092"/>
                  </a:moveTo>
                  <a:cubicBezTo>
                    <a:pt x="3820" y="5092"/>
                    <a:pt x="4015" y="5267"/>
                    <a:pt x="4015" y="5497"/>
                  </a:cubicBezTo>
                  <a:cubicBezTo>
                    <a:pt x="4015" y="5724"/>
                    <a:pt x="3820" y="5903"/>
                    <a:pt x="3590" y="5903"/>
                  </a:cubicBezTo>
                  <a:cubicBezTo>
                    <a:pt x="3363" y="5903"/>
                    <a:pt x="3184" y="5724"/>
                    <a:pt x="3184" y="5497"/>
                  </a:cubicBezTo>
                  <a:cubicBezTo>
                    <a:pt x="3184" y="5267"/>
                    <a:pt x="3363" y="5092"/>
                    <a:pt x="3590" y="5092"/>
                  </a:cubicBezTo>
                  <a:close/>
                  <a:moveTo>
                    <a:pt x="2275" y="6765"/>
                  </a:moveTo>
                  <a:cubicBezTo>
                    <a:pt x="2501" y="6765"/>
                    <a:pt x="2696" y="6945"/>
                    <a:pt x="2696" y="7171"/>
                  </a:cubicBezTo>
                  <a:cubicBezTo>
                    <a:pt x="2696" y="7397"/>
                    <a:pt x="2501" y="7577"/>
                    <a:pt x="2275" y="7577"/>
                  </a:cubicBezTo>
                  <a:lnTo>
                    <a:pt x="2064" y="7577"/>
                  </a:lnTo>
                  <a:cubicBezTo>
                    <a:pt x="1834" y="7577"/>
                    <a:pt x="1659" y="7397"/>
                    <a:pt x="1659" y="7171"/>
                  </a:cubicBezTo>
                  <a:cubicBezTo>
                    <a:pt x="1659" y="6945"/>
                    <a:pt x="1834" y="6765"/>
                    <a:pt x="2064" y="6765"/>
                  </a:cubicBezTo>
                  <a:close/>
                  <a:moveTo>
                    <a:pt x="5267" y="1"/>
                  </a:moveTo>
                  <a:lnTo>
                    <a:pt x="2259" y="1011"/>
                  </a:lnTo>
                  <a:cubicBezTo>
                    <a:pt x="910" y="1464"/>
                    <a:pt x="1" y="2716"/>
                    <a:pt x="1" y="4132"/>
                  </a:cubicBezTo>
                  <a:lnTo>
                    <a:pt x="1" y="9040"/>
                  </a:lnTo>
                  <a:lnTo>
                    <a:pt x="2470" y="9040"/>
                  </a:lnTo>
                  <a:cubicBezTo>
                    <a:pt x="4015" y="9040"/>
                    <a:pt x="5267" y="7787"/>
                    <a:pt x="5267" y="6227"/>
                  </a:cubicBezTo>
                  <a:lnTo>
                    <a:pt x="5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1"/>
            <p:cNvSpPr/>
            <p:nvPr/>
          </p:nvSpPr>
          <p:spPr>
            <a:xfrm>
              <a:off x="5209600" y="3668375"/>
              <a:ext cx="99600" cy="226000"/>
            </a:xfrm>
            <a:custGeom>
              <a:avLst/>
              <a:gdLst/>
              <a:ahLst/>
              <a:cxnLst/>
              <a:rect l="l" t="t" r="r" b="b"/>
              <a:pathLst>
                <a:path w="3984" h="9040" extrusionOk="0">
                  <a:moveTo>
                    <a:pt x="1756" y="2376"/>
                  </a:moveTo>
                  <a:cubicBezTo>
                    <a:pt x="1982" y="2376"/>
                    <a:pt x="2161" y="2556"/>
                    <a:pt x="2161" y="2782"/>
                  </a:cubicBezTo>
                  <a:cubicBezTo>
                    <a:pt x="2161" y="3008"/>
                    <a:pt x="1982" y="3188"/>
                    <a:pt x="1756" y="3188"/>
                  </a:cubicBezTo>
                  <a:lnTo>
                    <a:pt x="1525" y="3188"/>
                  </a:lnTo>
                  <a:cubicBezTo>
                    <a:pt x="1299" y="3188"/>
                    <a:pt x="1120" y="3008"/>
                    <a:pt x="1120" y="2782"/>
                  </a:cubicBezTo>
                  <a:cubicBezTo>
                    <a:pt x="1120" y="2556"/>
                    <a:pt x="1299" y="2376"/>
                    <a:pt x="1525" y="2376"/>
                  </a:cubicBezTo>
                  <a:close/>
                  <a:moveTo>
                    <a:pt x="1525" y="5092"/>
                  </a:moveTo>
                  <a:cubicBezTo>
                    <a:pt x="1756" y="5092"/>
                    <a:pt x="1951" y="5267"/>
                    <a:pt x="1951" y="5497"/>
                  </a:cubicBezTo>
                  <a:cubicBezTo>
                    <a:pt x="1951" y="5724"/>
                    <a:pt x="1756" y="5903"/>
                    <a:pt x="1525" y="5903"/>
                  </a:cubicBezTo>
                  <a:cubicBezTo>
                    <a:pt x="1299" y="5903"/>
                    <a:pt x="1120" y="5724"/>
                    <a:pt x="1120" y="5497"/>
                  </a:cubicBezTo>
                  <a:cubicBezTo>
                    <a:pt x="1120" y="5267"/>
                    <a:pt x="1299" y="5092"/>
                    <a:pt x="1525" y="5092"/>
                  </a:cubicBezTo>
                  <a:close/>
                  <a:moveTo>
                    <a:pt x="0" y="1"/>
                  </a:moveTo>
                  <a:lnTo>
                    <a:pt x="0" y="6227"/>
                  </a:lnTo>
                  <a:cubicBezTo>
                    <a:pt x="0" y="7787"/>
                    <a:pt x="1252" y="9040"/>
                    <a:pt x="2793" y="9040"/>
                  </a:cubicBezTo>
                  <a:lnTo>
                    <a:pt x="3070" y="9040"/>
                  </a:lnTo>
                  <a:lnTo>
                    <a:pt x="3070" y="4132"/>
                  </a:lnTo>
                  <a:cubicBezTo>
                    <a:pt x="3070" y="3172"/>
                    <a:pt x="3414" y="2263"/>
                    <a:pt x="3983" y="1546"/>
                  </a:cubicBezTo>
                  <a:cubicBezTo>
                    <a:pt x="3706" y="1319"/>
                    <a:pt x="3363" y="1140"/>
                    <a:pt x="3008" y="10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1"/>
            <p:cNvSpPr/>
            <p:nvPr/>
          </p:nvSpPr>
          <p:spPr>
            <a:xfrm>
              <a:off x="5247725" y="3631025"/>
              <a:ext cx="42750" cy="39825"/>
            </a:xfrm>
            <a:custGeom>
              <a:avLst/>
              <a:gdLst/>
              <a:ahLst/>
              <a:cxnLst/>
              <a:rect l="l" t="t" r="r" b="b"/>
              <a:pathLst>
                <a:path w="1710" h="1593" extrusionOk="0">
                  <a:moveTo>
                    <a:pt x="1073" y="1"/>
                  </a:moveTo>
                  <a:cubicBezTo>
                    <a:pt x="441" y="1"/>
                    <a:pt x="0" y="636"/>
                    <a:pt x="231" y="1222"/>
                  </a:cubicBezTo>
                  <a:lnTo>
                    <a:pt x="1335" y="1592"/>
                  </a:lnTo>
                  <a:cubicBezTo>
                    <a:pt x="1268" y="1124"/>
                    <a:pt x="1401" y="636"/>
                    <a:pt x="1709" y="246"/>
                  </a:cubicBezTo>
                  <a:cubicBezTo>
                    <a:pt x="1545" y="98"/>
                    <a:pt x="1319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1"/>
            <p:cNvSpPr/>
            <p:nvPr/>
          </p:nvSpPr>
          <p:spPr>
            <a:xfrm>
              <a:off x="5357450" y="3631025"/>
              <a:ext cx="42725" cy="39825"/>
            </a:xfrm>
            <a:custGeom>
              <a:avLst/>
              <a:gdLst/>
              <a:ahLst/>
              <a:cxnLst/>
              <a:rect l="l" t="t" r="r" b="b"/>
              <a:pathLst>
                <a:path w="1709" h="1593" extrusionOk="0">
                  <a:moveTo>
                    <a:pt x="636" y="1"/>
                  </a:moveTo>
                  <a:cubicBezTo>
                    <a:pt x="390" y="1"/>
                    <a:pt x="164" y="98"/>
                    <a:pt x="0" y="246"/>
                  </a:cubicBezTo>
                  <a:cubicBezTo>
                    <a:pt x="312" y="636"/>
                    <a:pt x="441" y="1124"/>
                    <a:pt x="375" y="1592"/>
                  </a:cubicBezTo>
                  <a:lnTo>
                    <a:pt x="1483" y="1222"/>
                  </a:lnTo>
                  <a:cubicBezTo>
                    <a:pt x="1709" y="636"/>
                    <a:pt x="1268" y="1"/>
                    <a:pt x="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1"/>
            <p:cNvSpPr/>
            <p:nvPr/>
          </p:nvSpPr>
          <p:spPr>
            <a:xfrm>
              <a:off x="5191250" y="3543125"/>
              <a:ext cx="265400" cy="111150"/>
            </a:xfrm>
            <a:custGeom>
              <a:avLst/>
              <a:gdLst/>
              <a:ahLst/>
              <a:cxnLst/>
              <a:rect l="l" t="t" r="r" b="b"/>
              <a:pathLst>
                <a:path w="10616" h="4446" extrusionOk="0">
                  <a:moveTo>
                    <a:pt x="5310" y="1"/>
                  </a:moveTo>
                  <a:cubicBezTo>
                    <a:pt x="4956" y="1"/>
                    <a:pt x="4602" y="160"/>
                    <a:pt x="4374" y="478"/>
                  </a:cubicBezTo>
                  <a:cubicBezTo>
                    <a:pt x="4165" y="328"/>
                    <a:pt x="3927" y="257"/>
                    <a:pt x="3694" y="257"/>
                  </a:cubicBezTo>
                  <a:cubicBezTo>
                    <a:pt x="3240" y="257"/>
                    <a:pt x="2801" y="525"/>
                    <a:pt x="2618" y="996"/>
                  </a:cubicBezTo>
                  <a:cubicBezTo>
                    <a:pt x="2516" y="967"/>
                    <a:pt x="2412" y="953"/>
                    <a:pt x="2310" y="953"/>
                  </a:cubicBezTo>
                  <a:cubicBezTo>
                    <a:pt x="1860" y="953"/>
                    <a:pt x="1437" y="1225"/>
                    <a:pt x="1253" y="1648"/>
                  </a:cubicBezTo>
                  <a:cubicBezTo>
                    <a:pt x="555" y="1714"/>
                    <a:pt x="1" y="2315"/>
                    <a:pt x="1" y="3029"/>
                  </a:cubicBezTo>
                  <a:cubicBezTo>
                    <a:pt x="1" y="3501"/>
                    <a:pt x="149" y="3809"/>
                    <a:pt x="328" y="4020"/>
                  </a:cubicBezTo>
                  <a:lnTo>
                    <a:pt x="1612" y="4445"/>
                  </a:lnTo>
                  <a:cubicBezTo>
                    <a:pt x="1596" y="3680"/>
                    <a:pt x="2084" y="3013"/>
                    <a:pt x="2782" y="2787"/>
                  </a:cubicBezTo>
                  <a:lnTo>
                    <a:pt x="2669" y="2315"/>
                  </a:lnTo>
                  <a:cubicBezTo>
                    <a:pt x="2603" y="2104"/>
                    <a:pt x="2731" y="1874"/>
                    <a:pt x="2962" y="1827"/>
                  </a:cubicBezTo>
                  <a:cubicBezTo>
                    <a:pt x="2999" y="1816"/>
                    <a:pt x="3035" y="1811"/>
                    <a:pt x="3071" y="1811"/>
                  </a:cubicBezTo>
                  <a:cubicBezTo>
                    <a:pt x="3253" y="1811"/>
                    <a:pt x="3409" y="1944"/>
                    <a:pt x="3465" y="2120"/>
                  </a:cubicBezTo>
                  <a:lnTo>
                    <a:pt x="3609" y="2705"/>
                  </a:lnTo>
                  <a:cubicBezTo>
                    <a:pt x="3999" y="2768"/>
                    <a:pt x="4358" y="2982"/>
                    <a:pt x="4620" y="3275"/>
                  </a:cubicBezTo>
                  <a:cubicBezTo>
                    <a:pt x="4717" y="3224"/>
                    <a:pt x="4795" y="3193"/>
                    <a:pt x="4893" y="3177"/>
                  </a:cubicBezTo>
                  <a:lnTo>
                    <a:pt x="4893" y="2007"/>
                  </a:lnTo>
                  <a:cubicBezTo>
                    <a:pt x="4893" y="1777"/>
                    <a:pt x="5088" y="1582"/>
                    <a:pt x="5318" y="1582"/>
                  </a:cubicBezTo>
                  <a:cubicBezTo>
                    <a:pt x="5529" y="1582"/>
                    <a:pt x="5724" y="1777"/>
                    <a:pt x="5724" y="2007"/>
                  </a:cubicBezTo>
                  <a:lnTo>
                    <a:pt x="5724" y="3177"/>
                  </a:lnTo>
                  <a:cubicBezTo>
                    <a:pt x="5821" y="3193"/>
                    <a:pt x="5903" y="3224"/>
                    <a:pt x="6001" y="3275"/>
                  </a:cubicBezTo>
                  <a:cubicBezTo>
                    <a:pt x="6258" y="2982"/>
                    <a:pt x="6617" y="2768"/>
                    <a:pt x="7007" y="2705"/>
                  </a:cubicBezTo>
                  <a:lnTo>
                    <a:pt x="7155" y="2120"/>
                  </a:lnTo>
                  <a:cubicBezTo>
                    <a:pt x="7208" y="1944"/>
                    <a:pt x="7363" y="1811"/>
                    <a:pt x="7547" y="1811"/>
                  </a:cubicBezTo>
                  <a:cubicBezTo>
                    <a:pt x="7584" y="1811"/>
                    <a:pt x="7621" y="1816"/>
                    <a:pt x="7659" y="1827"/>
                  </a:cubicBezTo>
                  <a:cubicBezTo>
                    <a:pt x="7885" y="1874"/>
                    <a:pt x="8014" y="2104"/>
                    <a:pt x="7951" y="2315"/>
                  </a:cubicBezTo>
                  <a:lnTo>
                    <a:pt x="7838" y="2787"/>
                  </a:lnTo>
                  <a:cubicBezTo>
                    <a:pt x="8536" y="3013"/>
                    <a:pt x="9024" y="3665"/>
                    <a:pt x="9008" y="4445"/>
                  </a:cubicBezTo>
                  <a:lnTo>
                    <a:pt x="10292" y="4020"/>
                  </a:lnTo>
                  <a:cubicBezTo>
                    <a:pt x="10471" y="3809"/>
                    <a:pt x="10616" y="3501"/>
                    <a:pt x="10616" y="3029"/>
                  </a:cubicBezTo>
                  <a:cubicBezTo>
                    <a:pt x="10616" y="2315"/>
                    <a:pt x="10062" y="1714"/>
                    <a:pt x="9363" y="1648"/>
                  </a:cubicBezTo>
                  <a:cubicBezTo>
                    <a:pt x="9179" y="1225"/>
                    <a:pt x="8757" y="953"/>
                    <a:pt x="8307" y="953"/>
                  </a:cubicBezTo>
                  <a:cubicBezTo>
                    <a:pt x="8204" y="953"/>
                    <a:pt x="8101" y="967"/>
                    <a:pt x="7998" y="996"/>
                  </a:cubicBezTo>
                  <a:cubicBezTo>
                    <a:pt x="7815" y="525"/>
                    <a:pt x="7378" y="257"/>
                    <a:pt x="6924" y="257"/>
                  </a:cubicBezTo>
                  <a:cubicBezTo>
                    <a:pt x="6691" y="257"/>
                    <a:pt x="6453" y="328"/>
                    <a:pt x="6243" y="478"/>
                  </a:cubicBezTo>
                  <a:cubicBezTo>
                    <a:pt x="6016" y="160"/>
                    <a:pt x="5663" y="1"/>
                    <a:pt x="53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1"/>
            <p:cNvSpPr/>
            <p:nvPr/>
          </p:nvSpPr>
          <p:spPr>
            <a:xfrm>
              <a:off x="5301375" y="3642050"/>
              <a:ext cx="45175" cy="45075"/>
            </a:xfrm>
            <a:custGeom>
              <a:avLst/>
              <a:gdLst/>
              <a:ahLst/>
              <a:cxnLst/>
              <a:rect l="l" t="t" r="r" b="b"/>
              <a:pathLst>
                <a:path w="1807" h="1803" extrusionOk="0">
                  <a:moveTo>
                    <a:pt x="913" y="0"/>
                  </a:moveTo>
                  <a:cubicBezTo>
                    <a:pt x="410" y="0"/>
                    <a:pt x="0" y="406"/>
                    <a:pt x="0" y="894"/>
                  </a:cubicBezTo>
                  <a:cubicBezTo>
                    <a:pt x="0" y="1397"/>
                    <a:pt x="410" y="1803"/>
                    <a:pt x="913" y="1803"/>
                  </a:cubicBezTo>
                  <a:cubicBezTo>
                    <a:pt x="1401" y="1803"/>
                    <a:pt x="1806" y="1397"/>
                    <a:pt x="1806" y="894"/>
                  </a:cubicBezTo>
                  <a:cubicBezTo>
                    <a:pt x="1806" y="406"/>
                    <a:pt x="1401" y="0"/>
                    <a:pt x="9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/>
          <p:cNvSpPr/>
          <p:nvPr/>
        </p:nvSpPr>
        <p:spPr>
          <a:xfrm>
            <a:off x="544561" y="1371233"/>
            <a:ext cx="489433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en-US" sz="2000" b="1" dirty="0">
              <a:solidFill>
                <a:schemeClr val="tx1"/>
              </a:solidFill>
            </a:endParaRPr>
          </a:p>
          <a:p>
            <a:pPr marL="285750" indent="-285750">
              <a:buClr>
                <a:srgbClr val="FFC300"/>
              </a:buCl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</a:rPr>
              <a:t>Some feedbacks limited into some modifications which we should do : </a:t>
            </a:r>
          </a:p>
          <a:p>
            <a:pPr>
              <a:buClr>
                <a:srgbClr val="FFC300"/>
              </a:buClr>
            </a:pPr>
            <a:endParaRPr lang="en-US" sz="2000" b="1" dirty="0">
              <a:solidFill>
                <a:schemeClr val="tx1"/>
              </a:solidFill>
            </a:endParaRPr>
          </a:p>
          <a:p>
            <a:pPr marL="342900" indent="-342900" algn="ctr">
              <a:buClr>
                <a:srgbClr val="FFC300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Some questions needed more options to choose</a:t>
            </a:r>
          </a:p>
          <a:p>
            <a:pPr marL="342900" indent="-342900" algn="ctr">
              <a:buClr>
                <a:srgbClr val="FFC300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Some questions need no answer so "none" can be added to the choices. </a:t>
            </a:r>
          </a:p>
        </p:txBody>
      </p:sp>
    </p:spTree>
    <p:extLst>
      <p:ext uri="{BB962C8B-B14F-4D97-AF65-F5344CB8AC3E}">
        <p14:creationId xmlns:p14="http://schemas.microsoft.com/office/powerpoint/2010/main" val="18084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56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47162" y="-753341"/>
            <a:ext cx="2649682" cy="91440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431" y="3949458"/>
            <a:ext cx="182896" cy="1828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887" y="4221966"/>
            <a:ext cx="182896" cy="1828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5" y="4834840"/>
            <a:ext cx="176799" cy="1767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800" y="4762000"/>
            <a:ext cx="176799" cy="17679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48" y="4793855"/>
            <a:ext cx="170703" cy="1707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207" y="4640649"/>
            <a:ext cx="414564" cy="32921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84" y="4762000"/>
            <a:ext cx="176799" cy="1767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4" y="4597974"/>
            <a:ext cx="347502" cy="37188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01" y="2802442"/>
            <a:ext cx="176799" cy="17679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95" y="4068562"/>
            <a:ext cx="182896" cy="182896"/>
          </a:xfrm>
          <a:prstGeom prst="rect">
            <a:avLst/>
          </a:prstGeom>
        </p:spPr>
      </p:pic>
      <p:sp>
        <p:nvSpPr>
          <p:cNvPr id="15" name="Google Shape;1366;p56"/>
          <p:cNvSpPr txBox="1">
            <a:spLocks/>
          </p:cNvSpPr>
          <p:nvPr/>
        </p:nvSpPr>
        <p:spPr>
          <a:xfrm>
            <a:off x="2" y="3171069"/>
            <a:ext cx="77109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3600" dirty="0"/>
              <a:t>PHASE 4: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3600" dirty="0">
                <a:solidFill>
                  <a:schemeClr val="lt1"/>
                </a:solidFill>
              </a:rPr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72491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4" name="Google Shape;1124;p4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5559" r="-667" b="2152"/>
          <a:stretch/>
        </p:blipFill>
        <p:spPr>
          <a:xfrm>
            <a:off x="4995200" y="325900"/>
            <a:ext cx="3684026" cy="4395399"/>
          </a:xfrm>
          <a:prstGeom prst="rect">
            <a:avLst/>
          </a:prstGeom>
        </p:spPr>
      </p:pic>
      <p:grpSp>
        <p:nvGrpSpPr>
          <p:cNvPr id="1125" name="Google Shape;1125;p49"/>
          <p:cNvGrpSpPr/>
          <p:nvPr/>
        </p:nvGrpSpPr>
        <p:grpSpPr>
          <a:xfrm>
            <a:off x="4752704" y="8383"/>
            <a:ext cx="4376687" cy="5143501"/>
            <a:chOff x="1617475" y="3505950"/>
            <a:chExt cx="420625" cy="494325"/>
          </a:xfrm>
        </p:grpSpPr>
        <p:sp>
          <p:nvSpPr>
            <p:cNvPr id="1126" name="Google Shape;1126;p49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9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9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9" name="Google Shape;1139;p49"/>
          <p:cNvSpPr txBox="1">
            <a:spLocks noGrp="1"/>
          </p:cNvSpPr>
          <p:nvPr>
            <p:ph type="subTitle" idx="1"/>
          </p:nvPr>
        </p:nvSpPr>
        <p:spPr>
          <a:xfrm>
            <a:off x="432314" y="1177750"/>
            <a:ext cx="4742565" cy="30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dirty="0"/>
              <a:t>We were able to collect like 527 responses from our population.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" dirty="0"/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dirty="0"/>
              <a:t>Collected data had missing values and was inconsistent.</a:t>
            </a:r>
            <a:endParaRPr dirty="0"/>
          </a:p>
        </p:txBody>
      </p:sp>
      <p:sp>
        <p:nvSpPr>
          <p:cNvPr id="1140" name="Google Shape;1140;p49"/>
          <p:cNvSpPr/>
          <p:nvPr/>
        </p:nvSpPr>
        <p:spPr>
          <a:xfrm flipH="1">
            <a:off x="5967988" y="41861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9"/>
          <p:cNvSpPr/>
          <p:nvPr/>
        </p:nvSpPr>
        <p:spPr>
          <a:xfrm flipH="1">
            <a:off x="6323600" y="45255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49"/>
          <p:cNvSpPr/>
          <p:nvPr/>
        </p:nvSpPr>
        <p:spPr>
          <a:xfrm flipH="1">
            <a:off x="8244000" y="25717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49"/>
          <p:cNvSpPr/>
          <p:nvPr/>
        </p:nvSpPr>
        <p:spPr>
          <a:xfrm flipH="1">
            <a:off x="5368100" y="325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4" name="Google Shape;1144;p49"/>
          <p:cNvGrpSpPr/>
          <p:nvPr/>
        </p:nvGrpSpPr>
        <p:grpSpPr>
          <a:xfrm>
            <a:off x="8162875" y="364425"/>
            <a:ext cx="351125" cy="351150"/>
            <a:chOff x="3155750" y="2281025"/>
            <a:chExt cx="351125" cy="351150"/>
          </a:xfrm>
        </p:grpSpPr>
        <p:sp>
          <p:nvSpPr>
            <p:cNvPr id="1145" name="Google Shape;1145;p49"/>
            <p:cNvSpPr/>
            <p:nvPr/>
          </p:nvSpPr>
          <p:spPr>
            <a:xfrm>
              <a:off x="3158175" y="2281025"/>
              <a:ext cx="210600" cy="104500"/>
            </a:xfrm>
            <a:custGeom>
              <a:avLst/>
              <a:gdLst/>
              <a:ahLst/>
              <a:cxnLst/>
              <a:rect l="l" t="t" r="r" b="b"/>
              <a:pathLst>
                <a:path w="8424" h="4180" extrusionOk="0">
                  <a:moveTo>
                    <a:pt x="4214" y="1"/>
                  </a:moveTo>
                  <a:cubicBezTo>
                    <a:pt x="2146" y="1"/>
                    <a:pt x="410" y="1464"/>
                    <a:pt x="1" y="3399"/>
                  </a:cubicBezTo>
                  <a:cubicBezTo>
                    <a:pt x="180" y="3286"/>
                    <a:pt x="410" y="3204"/>
                    <a:pt x="703" y="3204"/>
                  </a:cubicBezTo>
                  <a:cubicBezTo>
                    <a:pt x="1288" y="3204"/>
                    <a:pt x="1627" y="3563"/>
                    <a:pt x="1873" y="3824"/>
                  </a:cubicBezTo>
                  <a:cubicBezTo>
                    <a:pt x="2099" y="4050"/>
                    <a:pt x="2228" y="4179"/>
                    <a:pt x="2458" y="4179"/>
                  </a:cubicBezTo>
                  <a:cubicBezTo>
                    <a:pt x="2653" y="4179"/>
                    <a:pt x="2766" y="4082"/>
                    <a:pt x="2946" y="3902"/>
                  </a:cubicBezTo>
                  <a:cubicBezTo>
                    <a:pt x="3106" y="3383"/>
                    <a:pt x="3594" y="2993"/>
                    <a:pt x="4179" y="2993"/>
                  </a:cubicBezTo>
                  <a:cubicBezTo>
                    <a:pt x="4733" y="2993"/>
                    <a:pt x="5205" y="3336"/>
                    <a:pt x="5384" y="3824"/>
                  </a:cubicBezTo>
                  <a:cubicBezTo>
                    <a:pt x="5610" y="4050"/>
                    <a:pt x="5739" y="4179"/>
                    <a:pt x="5969" y="4179"/>
                  </a:cubicBezTo>
                  <a:cubicBezTo>
                    <a:pt x="6196" y="4179"/>
                    <a:pt x="6309" y="4050"/>
                    <a:pt x="6535" y="3824"/>
                  </a:cubicBezTo>
                  <a:cubicBezTo>
                    <a:pt x="6781" y="3563"/>
                    <a:pt x="7120" y="3204"/>
                    <a:pt x="7725" y="3204"/>
                  </a:cubicBezTo>
                  <a:cubicBezTo>
                    <a:pt x="7998" y="3204"/>
                    <a:pt x="8228" y="3286"/>
                    <a:pt x="8423" y="3399"/>
                  </a:cubicBezTo>
                  <a:cubicBezTo>
                    <a:pt x="7998" y="1464"/>
                    <a:pt x="6278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3250825" y="2376125"/>
              <a:ext cx="23625" cy="23625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34"/>
                    <a:pt x="215" y="945"/>
                    <a:pt x="473" y="945"/>
                  </a:cubicBezTo>
                  <a:cubicBezTo>
                    <a:pt x="734" y="945"/>
                    <a:pt x="945" y="734"/>
                    <a:pt x="945" y="473"/>
                  </a:cubicBezTo>
                  <a:cubicBezTo>
                    <a:pt x="945" y="215"/>
                    <a:pt x="734" y="1"/>
                    <a:pt x="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3387850" y="2512675"/>
              <a:ext cx="23150" cy="23625"/>
            </a:xfrm>
            <a:custGeom>
              <a:avLst/>
              <a:gdLst/>
              <a:ahLst/>
              <a:cxnLst/>
              <a:rect l="l" t="t" r="r" b="b"/>
              <a:pathLst>
                <a:path w="926" h="945" extrusionOk="0">
                  <a:moveTo>
                    <a:pt x="453" y="0"/>
                  </a:moveTo>
                  <a:cubicBezTo>
                    <a:pt x="211" y="0"/>
                    <a:pt x="1" y="215"/>
                    <a:pt x="1" y="472"/>
                  </a:cubicBezTo>
                  <a:cubicBezTo>
                    <a:pt x="1" y="734"/>
                    <a:pt x="211" y="944"/>
                    <a:pt x="453" y="944"/>
                  </a:cubicBezTo>
                  <a:cubicBezTo>
                    <a:pt x="715" y="944"/>
                    <a:pt x="925" y="734"/>
                    <a:pt x="925" y="472"/>
                  </a:cubicBezTo>
                  <a:cubicBezTo>
                    <a:pt x="925" y="215"/>
                    <a:pt x="715" y="0"/>
                    <a:pt x="4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3291900" y="2416800"/>
              <a:ext cx="214975" cy="215375"/>
            </a:xfrm>
            <a:custGeom>
              <a:avLst/>
              <a:gdLst/>
              <a:ahLst/>
              <a:cxnLst/>
              <a:rect l="l" t="t" r="r" b="b"/>
              <a:pathLst>
                <a:path w="8599" h="8615" extrusionOk="0">
                  <a:moveTo>
                    <a:pt x="4527" y="1114"/>
                  </a:moveTo>
                  <a:cubicBezTo>
                    <a:pt x="4680" y="1114"/>
                    <a:pt x="4823" y="1195"/>
                    <a:pt x="4892" y="1334"/>
                  </a:cubicBezTo>
                  <a:cubicBezTo>
                    <a:pt x="5009" y="1545"/>
                    <a:pt x="4927" y="1787"/>
                    <a:pt x="4717" y="1885"/>
                  </a:cubicBezTo>
                  <a:lnTo>
                    <a:pt x="4244" y="2130"/>
                  </a:lnTo>
                  <a:cubicBezTo>
                    <a:pt x="4189" y="2158"/>
                    <a:pt x="4130" y="2171"/>
                    <a:pt x="4071" y="2171"/>
                  </a:cubicBezTo>
                  <a:cubicBezTo>
                    <a:pt x="3922" y="2171"/>
                    <a:pt x="3776" y="2086"/>
                    <a:pt x="3706" y="1935"/>
                  </a:cubicBezTo>
                  <a:cubicBezTo>
                    <a:pt x="3593" y="1740"/>
                    <a:pt x="3675" y="1494"/>
                    <a:pt x="3886" y="1381"/>
                  </a:cubicBezTo>
                  <a:lnTo>
                    <a:pt x="4342" y="1155"/>
                  </a:lnTo>
                  <a:cubicBezTo>
                    <a:pt x="4402" y="1127"/>
                    <a:pt x="4465" y="1114"/>
                    <a:pt x="4527" y="1114"/>
                  </a:cubicBezTo>
                  <a:close/>
                  <a:moveTo>
                    <a:pt x="5933" y="1926"/>
                  </a:moveTo>
                  <a:cubicBezTo>
                    <a:pt x="5976" y="1926"/>
                    <a:pt x="6019" y="1934"/>
                    <a:pt x="6062" y="1951"/>
                  </a:cubicBezTo>
                  <a:lnTo>
                    <a:pt x="6570" y="2115"/>
                  </a:lnTo>
                  <a:cubicBezTo>
                    <a:pt x="6780" y="2177"/>
                    <a:pt x="6893" y="2423"/>
                    <a:pt x="6827" y="2634"/>
                  </a:cubicBezTo>
                  <a:cubicBezTo>
                    <a:pt x="6765" y="2813"/>
                    <a:pt x="6601" y="2911"/>
                    <a:pt x="6437" y="2911"/>
                  </a:cubicBezTo>
                  <a:cubicBezTo>
                    <a:pt x="6339" y="2911"/>
                    <a:pt x="6339" y="2911"/>
                    <a:pt x="5805" y="2731"/>
                  </a:cubicBezTo>
                  <a:cubicBezTo>
                    <a:pt x="5594" y="2649"/>
                    <a:pt x="5477" y="2423"/>
                    <a:pt x="5544" y="2212"/>
                  </a:cubicBezTo>
                  <a:cubicBezTo>
                    <a:pt x="5609" y="2045"/>
                    <a:pt x="5765" y="1926"/>
                    <a:pt x="5933" y="1926"/>
                  </a:cubicBezTo>
                  <a:close/>
                  <a:moveTo>
                    <a:pt x="2490" y="1764"/>
                  </a:moveTo>
                  <a:cubicBezTo>
                    <a:pt x="2532" y="1764"/>
                    <a:pt x="2575" y="1771"/>
                    <a:pt x="2618" y="1787"/>
                  </a:cubicBezTo>
                  <a:cubicBezTo>
                    <a:pt x="2844" y="1853"/>
                    <a:pt x="2961" y="2099"/>
                    <a:pt x="2879" y="2310"/>
                  </a:cubicBezTo>
                  <a:lnTo>
                    <a:pt x="2715" y="2797"/>
                  </a:lnTo>
                  <a:cubicBezTo>
                    <a:pt x="2662" y="2967"/>
                    <a:pt x="2504" y="3074"/>
                    <a:pt x="2326" y="3074"/>
                  </a:cubicBezTo>
                  <a:cubicBezTo>
                    <a:pt x="2284" y="3074"/>
                    <a:pt x="2240" y="3068"/>
                    <a:pt x="2196" y="3055"/>
                  </a:cubicBezTo>
                  <a:cubicBezTo>
                    <a:pt x="1986" y="2992"/>
                    <a:pt x="1869" y="2747"/>
                    <a:pt x="1935" y="2536"/>
                  </a:cubicBezTo>
                  <a:lnTo>
                    <a:pt x="2099" y="2048"/>
                  </a:lnTo>
                  <a:cubicBezTo>
                    <a:pt x="2164" y="1880"/>
                    <a:pt x="2322" y="1764"/>
                    <a:pt x="2490" y="1764"/>
                  </a:cubicBezTo>
                  <a:close/>
                  <a:moveTo>
                    <a:pt x="6852" y="3665"/>
                  </a:moveTo>
                  <a:cubicBezTo>
                    <a:pt x="7005" y="3665"/>
                    <a:pt x="7148" y="3747"/>
                    <a:pt x="7217" y="3886"/>
                  </a:cubicBezTo>
                  <a:lnTo>
                    <a:pt x="7447" y="4358"/>
                  </a:lnTo>
                  <a:cubicBezTo>
                    <a:pt x="7560" y="4553"/>
                    <a:pt x="7463" y="4810"/>
                    <a:pt x="7268" y="4908"/>
                  </a:cubicBezTo>
                  <a:cubicBezTo>
                    <a:pt x="7206" y="4936"/>
                    <a:pt x="7142" y="4950"/>
                    <a:pt x="7079" y="4950"/>
                  </a:cubicBezTo>
                  <a:cubicBezTo>
                    <a:pt x="6926" y="4950"/>
                    <a:pt x="6783" y="4870"/>
                    <a:pt x="6714" y="4732"/>
                  </a:cubicBezTo>
                  <a:lnTo>
                    <a:pt x="6488" y="4260"/>
                  </a:lnTo>
                  <a:cubicBezTo>
                    <a:pt x="6374" y="4050"/>
                    <a:pt x="6472" y="3804"/>
                    <a:pt x="6667" y="3706"/>
                  </a:cubicBezTo>
                  <a:cubicBezTo>
                    <a:pt x="6728" y="3678"/>
                    <a:pt x="6791" y="3665"/>
                    <a:pt x="6852" y="3665"/>
                  </a:cubicBezTo>
                  <a:close/>
                  <a:moveTo>
                    <a:pt x="1513" y="3665"/>
                  </a:moveTo>
                  <a:cubicBezTo>
                    <a:pt x="1666" y="3665"/>
                    <a:pt x="1819" y="3747"/>
                    <a:pt x="1888" y="3886"/>
                  </a:cubicBezTo>
                  <a:lnTo>
                    <a:pt x="2114" y="4358"/>
                  </a:lnTo>
                  <a:cubicBezTo>
                    <a:pt x="2259" y="4635"/>
                    <a:pt x="2048" y="4959"/>
                    <a:pt x="1756" y="4959"/>
                  </a:cubicBezTo>
                  <a:cubicBezTo>
                    <a:pt x="1596" y="4959"/>
                    <a:pt x="1447" y="4861"/>
                    <a:pt x="1381" y="4732"/>
                  </a:cubicBezTo>
                  <a:lnTo>
                    <a:pt x="1155" y="4260"/>
                  </a:lnTo>
                  <a:cubicBezTo>
                    <a:pt x="1042" y="4050"/>
                    <a:pt x="1124" y="3804"/>
                    <a:pt x="1334" y="3706"/>
                  </a:cubicBezTo>
                  <a:cubicBezTo>
                    <a:pt x="1390" y="3678"/>
                    <a:pt x="1452" y="3665"/>
                    <a:pt x="1513" y="3665"/>
                  </a:cubicBezTo>
                  <a:close/>
                  <a:moveTo>
                    <a:pt x="4291" y="3024"/>
                  </a:moveTo>
                  <a:cubicBezTo>
                    <a:pt x="5009" y="3024"/>
                    <a:pt x="5594" y="3593"/>
                    <a:pt x="5594" y="4307"/>
                  </a:cubicBezTo>
                  <a:cubicBezTo>
                    <a:pt x="5594" y="5025"/>
                    <a:pt x="5009" y="5591"/>
                    <a:pt x="4291" y="5591"/>
                  </a:cubicBezTo>
                  <a:cubicBezTo>
                    <a:pt x="3593" y="5591"/>
                    <a:pt x="3008" y="5025"/>
                    <a:pt x="3008" y="4307"/>
                  </a:cubicBezTo>
                  <a:cubicBezTo>
                    <a:pt x="3008" y="3593"/>
                    <a:pt x="3593" y="3024"/>
                    <a:pt x="4291" y="3024"/>
                  </a:cubicBezTo>
                  <a:close/>
                  <a:moveTo>
                    <a:pt x="2162" y="5698"/>
                  </a:moveTo>
                  <a:cubicBezTo>
                    <a:pt x="2206" y="5698"/>
                    <a:pt x="2250" y="5706"/>
                    <a:pt x="2294" y="5723"/>
                  </a:cubicBezTo>
                  <a:lnTo>
                    <a:pt x="2797" y="5883"/>
                  </a:lnTo>
                  <a:cubicBezTo>
                    <a:pt x="3008" y="5950"/>
                    <a:pt x="3121" y="6195"/>
                    <a:pt x="3059" y="6406"/>
                  </a:cubicBezTo>
                  <a:cubicBezTo>
                    <a:pt x="2992" y="6576"/>
                    <a:pt x="2830" y="6682"/>
                    <a:pt x="2659" y="6682"/>
                  </a:cubicBezTo>
                  <a:cubicBezTo>
                    <a:pt x="2618" y="6682"/>
                    <a:pt x="2576" y="6676"/>
                    <a:pt x="2536" y="6663"/>
                  </a:cubicBezTo>
                  <a:lnTo>
                    <a:pt x="2033" y="6504"/>
                  </a:lnTo>
                  <a:cubicBezTo>
                    <a:pt x="1822" y="6422"/>
                    <a:pt x="1709" y="6195"/>
                    <a:pt x="1771" y="5981"/>
                  </a:cubicBezTo>
                  <a:cubicBezTo>
                    <a:pt x="1836" y="5814"/>
                    <a:pt x="1994" y="5698"/>
                    <a:pt x="2162" y="5698"/>
                  </a:cubicBezTo>
                  <a:close/>
                  <a:moveTo>
                    <a:pt x="6268" y="5535"/>
                  </a:moveTo>
                  <a:cubicBezTo>
                    <a:pt x="6313" y="5535"/>
                    <a:pt x="6359" y="5543"/>
                    <a:pt x="6406" y="5559"/>
                  </a:cubicBezTo>
                  <a:cubicBezTo>
                    <a:pt x="6616" y="5626"/>
                    <a:pt x="6729" y="5868"/>
                    <a:pt x="6667" y="6078"/>
                  </a:cubicBezTo>
                  <a:lnTo>
                    <a:pt x="6488" y="6566"/>
                  </a:lnTo>
                  <a:cubicBezTo>
                    <a:pt x="6437" y="6745"/>
                    <a:pt x="6277" y="6843"/>
                    <a:pt x="6098" y="6843"/>
                  </a:cubicBezTo>
                  <a:cubicBezTo>
                    <a:pt x="5821" y="6843"/>
                    <a:pt x="5625" y="6585"/>
                    <a:pt x="5707" y="6308"/>
                  </a:cubicBezTo>
                  <a:lnTo>
                    <a:pt x="5867" y="5821"/>
                  </a:lnTo>
                  <a:cubicBezTo>
                    <a:pt x="5933" y="5653"/>
                    <a:pt x="6092" y="5535"/>
                    <a:pt x="6268" y="5535"/>
                  </a:cubicBezTo>
                  <a:close/>
                  <a:moveTo>
                    <a:pt x="4527" y="6446"/>
                  </a:moveTo>
                  <a:cubicBezTo>
                    <a:pt x="4680" y="6446"/>
                    <a:pt x="4823" y="6530"/>
                    <a:pt x="4892" y="6683"/>
                  </a:cubicBezTo>
                  <a:cubicBezTo>
                    <a:pt x="5009" y="6878"/>
                    <a:pt x="4927" y="7120"/>
                    <a:pt x="4717" y="7233"/>
                  </a:cubicBezTo>
                  <a:lnTo>
                    <a:pt x="4244" y="7463"/>
                  </a:lnTo>
                  <a:cubicBezTo>
                    <a:pt x="4189" y="7491"/>
                    <a:pt x="4130" y="7504"/>
                    <a:pt x="4071" y="7504"/>
                  </a:cubicBezTo>
                  <a:cubicBezTo>
                    <a:pt x="3922" y="7504"/>
                    <a:pt x="3776" y="7419"/>
                    <a:pt x="3706" y="7268"/>
                  </a:cubicBezTo>
                  <a:cubicBezTo>
                    <a:pt x="3593" y="7073"/>
                    <a:pt x="3675" y="6827"/>
                    <a:pt x="3886" y="6714"/>
                  </a:cubicBezTo>
                  <a:lnTo>
                    <a:pt x="4342" y="6488"/>
                  </a:lnTo>
                  <a:cubicBezTo>
                    <a:pt x="4402" y="6460"/>
                    <a:pt x="4465" y="6446"/>
                    <a:pt x="4527" y="6446"/>
                  </a:cubicBezTo>
                  <a:close/>
                  <a:moveTo>
                    <a:pt x="4291" y="0"/>
                  </a:moveTo>
                  <a:cubicBezTo>
                    <a:pt x="1919" y="0"/>
                    <a:pt x="0" y="1935"/>
                    <a:pt x="0" y="4307"/>
                  </a:cubicBezTo>
                  <a:cubicBezTo>
                    <a:pt x="0" y="6683"/>
                    <a:pt x="1919" y="8614"/>
                    <a:pt x="4291" y="8614"/>
                  </a:cubicBezTo>
                  <a:cubicBezTo>
                    <a:pt x="6683" y="8614"/>
                    <a:pt x="8598" y="6683"/>
                    <a:pt x="8598" y="4307"/>
                  </a:cubicBezTo>
                  <a:cubicBezTo>
                    <a:pt x="8598" y="1935"/>
                    <a:pt x="6683" y="0"/>
                    <a:pt x="4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3155750" y="2381875"/>
              <a:ext cx="215075" cy="114375"/>
            </a:xfrm>
            <a:custGeom>
              <a:avLst/>
              <a:gdLst/>
              <a:ahLst/>
              <a:cxnLst/>
              <a:rect l="l" t="t" r="r" b="b"/>
              <a:pathLst>
                <a:path w="8603" h="4575" extrusionOk="0">
                  <a:moveTo>
                    <a:pt x="800" y="1"/>
                  </a:moveTo>
                  <a:cubicBezTo>
                    <a:pt x="472" y="1"/>
                    <a:pt x="328" y="258"/>
                    <a:pt x="0" y="570"/>
                  </a:cubicBezTo>
                  <a:cubicBezTo>
                    <a:pt x="154" y="2807"/>
                    <a:pt x="2032" y="4574"/>
                    <a:pt x="4286" y="4574"/>
                  </a:cubicBezTo>
                  <a:cubicBezTo>
                    <a:pt x="4438" y="4574"/>
                    <a:pt x="4592" y="4566"/>
                    <a:pt x="4748" y="4549"/>
                  </a:cubicBezTo>
                  <a:cubicBezTo>
                    <a:pt x="5189" y="2650"/>
                    <a:pt x="6683" y="1155"/>
                    <a:pt x="8583" y="699"/>
                  </a:cubicBezTo>
                  <a:cubicBezTo>
                    <a:pt x="8602" y="648"/>
                    <a:pt x="8602" y="617"/>
                    <a:pt x="8602" y="570"/>
                  </a:cubicBezTo>
                  <a:cubicBezTo>
                    <a:pt x="8274" y="258"/>
                    <a:pt x="8130" y="1"/>
                    <a:pt x="7822" y="1"/>
                  </a:cubicBezTo>
                  <a:cubicBezTo>
                    <a:pt x="7592" y="1"/>
                    <a:pt x="7463" y="114"/>
                    <a:pt x="7237" y="356"/>
                  </a:cubicBezTo>
                  <a:cubicBezTo>
                    <a:pt x="6991" y="617"/>
                    <a:pt x="6651" y="960"/>
                    <a:pt x="6066" y="960"/>
                  </a:cubicBezTo>
                  <a:cubicBezTo>
                    <a:pt x="5805" y="960"/>
                    <a:pt x="5610" y="894"/>
                    <a:pt x="5430" y="812"/>
                  </a:cubicBezTo>
                  <a:cubicBezTo>
                    <a:pt x="5220" y="1233"/>
                    <a:pt x="4779" y="1526"/>
                    <a:pt x="4276" y="1526"/>
                  </a:cubicBezTo>
                  <a:cubicBezTo>
                    <a:pt x="3772" y="1526"/>
                    <a:pt x="3351" y="1253"/>
                    <a:pt x="3121" y="828"/>
                  </a:cubicBezTo>
                  <a:cubicBezTo>
                    <a:pt x="2961" y="910"/>
                    <a:pt x="2782" y="960"/>
                    <a:pt x="2555" y="960"/>
                  </a:cubicBezTo>
                  <a:cubicBezTo>
                    <a:pt x="1951" y="960"/>
                    <a:pt x="1627" y="617"/>
                    <a:pt x="1385" y="356"/>
                  </a:cubicBezTo>
                  <a:cubicBezTo>
                    <a:pt x="1155" y="114"/>
                    <a:pt x="1026" y="1"/>
                    <a:pt x="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0" name="Google Shape;1150;p49"/>
          <p:cNvGrpSpPr/>
          <p:nvPr/>
        </p:nvGrpSpPr>
        <p:grpSpPr>
          <a:xfrm rot="-1888838">
            <a:off x="5585597" y="4472157"/>
            <a:ext cx="352393" cy="262095"/>
            <a:chOff x="3155350" y="2966650"/>
            <a:chExt cx="352400" cy="262100"/>
          </a:xfrm>
        </p:grpSpPr>
        <p:sp>
          <p:nvSpPr>
            <p:cNvPr id="1151" name="Google Shape;1151;p49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4" name="Google Shape;1124;p4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5559" r="-667" b="2152"/>
          <a:stretch/>
        </p:blipFill>
        <p:spPr>
          <a:xfrm>
            <a:off x="4995200" y="325900"/>
            <a:ext cx="3684026" cy="4395399"/>
          </a:xfrm>
          <a:prstGeom prst="rect">
            <a:avLst/>
          </a:prstGeom>
        </p:spPr>
      </p:pic>
      <p:grpSp>
        <p:nvGrpSpPr>
          <p:cNvPr id="1125" name="Google Shape;1125;p49"/>
          <p:cNvGrpSpPr/>
          <p:nvPr/>
        </p:nvGrpSpPr>
        <p:grpSpPr>
          <a:xfrm>
            <a:off x="4752704" y="8383"/>
            <a:ext cx="4376687" cy="5143501"/>
            <a:chOff x="1617475" y="3505950"/>
            <a:chExt cx="420625" cy="494325"/>
          </a:xfrm>
        </p:grpSpPr>
        <p:sp>
          <p:nvSpPr>
            <p:cNvPr id="1126" name="Google Shape;1126;p49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9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9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0" name="Google Shape;1140;p49"/>
          <p:cNvSpPr/>
          <p:nvPr/>
        </p:nvSpPr>
        <p:spPr>
          <a:xfrm flipH="1">
            <a:off x="5967988" y="41861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9"/>
          <p:cNvSpPr/>
          <p:nvPr/>
        </p:nvSpPr>
        <p:spPr>
          <a:xfrm flipH="1">
            <a:off x="6323600" y="45255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49"/>
          <p:cNvSpPr/>
          <p:nvPr/>
        </p:nvSpPr>
        <p:spPr>
          <a:xfrm flipH="1">
            <a:off x="8244000" y="25717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49"/>
          <p:cNvSpPr/>
          <p:nvPr/>
        </p:nvSpPr>
        <p:spPr>
          <a:xfrm flipH="1">
            <a:off x="5368100" y="325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4" name="Google Shape;1144;p49"/>
          <p:cNvGrpSpPr/>
          <p:nvPr/>
        </p:nvGrpSpPr>
        <p:grpSpPr>
          <a:xfrm>
            <a:off x="8162875" y="364425"/>
            <a:ext cx="351125" cy="351150"/>
            <a:chOff x="3155750" y="2281025"/>
            <a:chExt cx="351125" cy="351150"/>
          </a:xfrm>
        </p:grpSpPr>
        <p:sp>
          <p:nvSpPr>
            <p:cNvPr id="1145" name="Google Shape;1145;p49"/>
            <p:cNvSpPr/>
            <p:nvPr/>
          </p:nvSpPr>
          <p:spPr>
            <a:xfrm>
              <a:off x="3158175" y="2281025"/>
              <a:ext cx="210600" cy="104500"/>
            </a:xfrm>
            <a:custGeom>
              <a:avLst/>
              <a:gdLst/>
              <a:ahLst/>
              <a:cxnLst/>
              <a:rect l="l" t="t" r="r" b="b"/>
              <a:pathLst>
                <a:path w="8424" h="4180" extrusionOk="0">
                  <a:moveTo>
                    <a:pt x="4214" y="1"/>
                  </a:moveTo>
                  <a:cubicBezTo>
                    <a:pt x="2146" y="1"/>
                    <a:pt x="410" y="1464"/>
                    <a:pt x="1" y="3399"/>
                  </a:cubicBezTo>
                  <a:cubicBezTo>
                    <a:pt x="180" y="3286"/>
                    <a:pt x="410" y="3204"/>
                    <a:pt x="703" y="3204"/>
                  </a:cubicBezTo>
                  <a:cubicBezTo>
                    <a:pt x="1288" y="3204"/>
                    <a:pt x="1627" y="3563"/>
                    <a:pt x="1873" y="3824"/>
                  </a:cubicBezTo>
                  <a:cubicBezTo>
                    <a:pt x="2099" y="4050"/>
                    <a:pt x="2228" y="4179"/>
                    <a:pt x="2458" y="4179"/>
                  </a:cubicBezTo>
                  <a:cubicBezTo>
                    <a:pt x="2653" y="4179"/>
                    <a:pt x="2766" y="4082"/>
                    <a:pt x="2946" y="3902"/>
                  </a:cubicBezTo>
                  <a:cubicBezTo>
                    <a:pt x="3106" y="3383"/>
                    <a:pt x="3594" y="2993"/>
                    <a:pt x="4179" y="2993"/>
                  </a:cubicBezTo>
                  <a:cubicBezTo>
                    <a:pt x="4733" y="2993"/>
                    <a:pt x="5205" y="3336"/>
                    <a:pt x="5384" y="3824"/>
                  </a:cubicBezTo>
                  <a:cubicBezTo>
                    <a:pt x="5610" y="4050"/>
                    <a:pt x="5739" y="4179"/>
                    <a:pt x="5969" y="4179"/>
                  </a:cubicBezTo>
                  <a:cubicBezTo>
                    <a:pt x="6196" y="4179"/>
                    <a:pt x="6309" y="4050"/>
                    <a:pt x="6535" y="3824"/>
                  </a:cubicBezTo>
                  <a:cubicBezTo>
                    <a:pt x="6781" y="3563"/>
                    <a:pt x="7120" y="3204"/>
                    <a:pt x="7725" y="3204"/>
                  </a:cubicBezTo>
                  <a:cubicBezTo>
                    <a:pt x="7998" y="3204"/>
                    <a:pt x="8228" y="3286"/>
                    <a:pt x="8423" y="3399"/>
                  </a:cubicBezTo>
                  <a:cubicBezTo>
                    <a:pt x="7998" y="1464"/>
                    <a:pt x="6278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3250825" y="2376125"/>
              <a:ext cx="23625" cy="23625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34"/>
                    <a:pt x="215" y="945"/>
                    <a:pt x="473" y="945"/>
                  </a:cubicBezTo>
                  <a:cubicBezTo>
                    <a:pt x="734" y="945"/>
                    <a:pt x="945" y="734"/>
                    <a:pt x="945" y="473"/>
                  </a:cubicBezTo>
                  <a:cubicBezTo>
                    <a:pt x="945" y="215"/>
                    <a:pt x="734" y="1"/>
                    <a:pt x="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3387850" y="2512675"/>
              <a:ext cx="23150" cy="23625"/>
            </a:xfrm>
            <a:custGeom>
              <a:avLst/>
              <a:gdLst/>
              <a:ahLst/>
              <a:cxnLst/>
              <a:rect l="l" t="t" r="r" b="b"/>
              <a:pathLst>
                <a:path w="926" h="945" extrusionOk="0">
                  <a:moveTo>
                    <a:pt x="453" y="0"/>
                  </a:moveTo>
                  <a:cubicBezTo>
                    <a:pt x="211" y="0"/>
                    <a:pt x="1" y="215"/>
                    <a:pt x="1" y="472"/>
                  </a:cubicBezTo>
                  <a:cubicBezTo>
                    <a:pt x="1" y="734"/>
                    <a:pt x="211" y="944"/>
                    <a:pt x="453" y="944"/>
                  </a:cubicBezTo>
                  <a:cubicBezTo>
                    <a:pt x="715" y="944"/>
                    <a:pt x="925" y="734"/>
                    <a:pt x="925" y="472"/>
                  </a:cubicBezTo>
                  <a:cubicBezTo>
                    <a:pt x="925" y="215"/>
                    <a:pt x="715" y="0"/>
                    <a:pt x="4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3291900" y="2416800"/>
              <a:ext cx="214975" cy="215375"/>
            </a:xfrm>
            <a:custGeom>
              <a:avLst/>
              <a:gdLst/>
              <a:ahLst/>
              <a:cxnLst/>
              <a:rect l="l" t="t" r="r" b="b"/>
              <a:pathLst>
                <a:path w="8599" h="8615" extrusionOk="0">
                  <a:moveTo>
                    <a:pt x="4527" y="1114"/>
                  </a:moveTo>
                  <a:cubicBezTo>
                    <a:pt x="4680" y="1114"/>
                    <a:pt x="4823" y="1195"/>
                    <a:pt x="4892" y="1334"/>
                  </a:cubicBezTo>
                  <a:cubicBezTo>
                    <a:pt x="5009" y="1545"/>
                    <a:pt x="4927" y="1787"/>
                    <a:pt x="4717" y="1885"/>
                  </a:cubicBezTo>
                  <a:lnTo>
                    <a:pt x="4244" y="2130"/>
                  </a:lnTo>
                  <a:cubicBezTo>
                    <a:pt x="4189" y="2158"/>
                    <a:pt x="4130" y="2171"/>
                    <a:pt x="4071" y="2171"/>
                  </a:cubicBezTo>
                  <a:cubicBezTo>
                    <a:pt x="3922" y="2171"/>
                    <a:pt x="3776" y="2086"/>
                    <a:pt x="3706" y="1935"/>
                  </a:cubicBezTo>
                  <a:cubicBezTo>
                    <a:pt x="3593" y="1740"/>
                    <a:pt x="3675" y="1494"/>
                    <a:pt x="3886" y="1381"/>
                  </a:cubicBezTo>
                  <a:lnTo>
                    <a:pt x="4342" y="1155"/>
                  </a:lnTo>
                  <a:cubicBezTo>
                    <a:pt x="4402" y="1127"/>
                    <a:pt x="4465" y="1114"/>
                    <a:pt x="4527" y="1114"/>
                  </a:cubicBezTo>
                  <a:close/>
                  <a:moveTo>
                    <a:pt x="5933" y="1926"/>
                  </a:moveTo>
                  <a:cubicBezTo>
                    <a:pt x="5976" y="1926"/>
                    <a:pt x="6019" y="1934"/>
                    <a:pt x="6062" y="1951"/>
                  </a:cubicBezTo>
                  <a:lnTo>
                    <a:pt x="6570" y="2115"/>
                  </a:lnTo>
                  <a:cubicBezTo>
                    <a:pt x="6780" y="2177"/>
                    <a:pt x="6893" y="2423"/>
                    <a:pt x="6827" y="2634"/>
                  </a:cubicBezTo>
                  <a:cubicBezTo>
                    <a:pt x="6765" y="2813"/>
                    <a:pt x="6601" y="2911"/>
                    <a:pt x="6437" y="2911"/>
                  </a:cubicBezTo>
                  <a:cubicBezTo>
                    <a:pt x="6339" y="2911"/>
                    <a:pt x="6339" y="2911"/>
                    <a:pt x="5805" y="2731"/>
                  </a:cubicBezTo>
                  <a:cubicBezTo>
                    <a:pt x="5594" y="2649"/>
                    <a:pt x="5477" y="2423"/>
                    <a:pt x="5544" y="2212"/>
                  </a:cubicBezTo>
                  <a:cubicBezTo>
                    <a:pt x="5609" y="2045"/>
                    <a:pt x="5765" y="1926"/>
                    <a:pt x="5933" y="1926"/>
                  </a:cubicBezTo>
                  <a:close/>
                  <a:moveTo>
                    <a:pt x="2490" y="1764"/>
                  </a:moveTo>
                  <a:cubicBezTo>
                    <a:pt x="2532" y="1764"/>
                    <a:pt x="2575" y="1771"/>
                    <a:pt x="2618" y="1787"/>
                  </a:cubicBezTo>
                  <a:cubicBezTo>
                    <a:pt x="2844" y="1853"/>
                    <a:pt x="2961" y="2099"/>
                    <a:pt x="2879" y="2310"/>
                  </a:cubicBezTo>
                  <a:lnTo>
                    <a:pt x="2715" y="2797"/>
                  </a:lnTo>
                  <a:cubicBezTo>
                    <a:pt x="2662" y="2967"/>
                    <a:pt x="2504" y="3074"/>
                    <a:pt x="2326" y="3074"/>
                  </a:cubicBezTo>
                  <a:cubicBezTo>
                    <a:pt x="2284" y="3074"/>
                    <a:pt x="2240" y="3068"/>
                    <a:pt x="2196" y="3055"/>
                  </a:cubicBezTo>
                  <a:cubicBezTo>
                    <a:pt x="1986" y="2992"/>
                    <a:pt x="1869" y="2747"/>
                    <a:pt x="1935" y="2536"/>
                  </a:cubicBezTo>
                  <a:lnTo>
                    <a:pt x="2099" y="2048"/>
                  </a:lnTo>
                  <a:cubicBezTo>
                    <a:pt x="2164" y="1880"/>
                    <a:pt x="2322" y="1764"/>
                    <a:pt x="2490" y="1764"/>
                  </a:cubicBezTo>
                  <a:close/>
                  <a:moveTo>
                    <a:pt x="6852" y="3665"/>
                  </a:moveTo>
                  <a:cubicBezTo>
                    <a:pt x="7005" y="3665"/>
                    <a:pt x="7148" y="3747"/>
                    <a:pt x="7217" y="3886"/>
                  </a:cubicBezTo>
                  <a:lnTo>
                    <a:pt x="7447" y="4358"/>
                  </a:lnTo>
                  <a:cubicBezTo>
                    <a:pt x="7560" y="4553"/>
                    <a:pt x="7463" y="4810"/>
                    <a:pt x="7268" y="4908"/>
                  </a:cubicBezTo>
                  <a:cubicBezTo>
                    <a:pt x="7206" y="4936"/>
                    <a:pt x="7142" y="4950"/>
                    <a:pt x="7079" y="4950"/>
                  </a:cubicBezTo>
                  <a:cubicBezTo>
                    <a:pt x="6926" y="4950"/>
                    <a:pt x="6783" y="4870"/>
                    <a:pt x="6714" y="4732"/>
                  </a:cubicBezTo>
                  <a:lnTo>
                    <a:pt x="6488" y="4260"/>
                  </a:lnTo>
                  <a:cubicBezTo>
                    <a:pt x="6374" y="4050"/>
                    <a:pt x="6472" y="3804"/>
                    <a:pt x="6667" y="3706"/>
                  </a:cubicBezTo>
                  <a:cubicBezTo>
                    <a:pt x="6728" y="3678"/>
                    <a:pt x="6791" y="3665"/>
                    <a:pt x="6852" y="3665"/>
                  </a:cubicBezTo>
                  <a:close/>
                  <a:moveTo>
                    <a:pt x="1513" y="3665"/>
                  </a:moveTo>
                  <a:cubicBezTo>
                    <a:pt x="1666" y="3665"/>
                    <a:pt x="1819" y="3747"/>
                    <a:pt x="1888" y="3886"/>
                  </a:cubicBezTo>
                  <a:lnTo>
                    <a:pt x="2114" y="4358"/>
                  </a:lnTo>
                  <a:cubicBezTo>
                    <a:pt x="2259" y="4635"/>
                    <a:pt x="2048" y="4959"/>
                    <a:pt x="1756" y="4959"/>
                  </a:cubicBezTo>
                  <a:cubicBezTo>
                    <a:pt x="1596" y="4959"/>
                    <a:pt x="1447" y="4861"/>
                    <a:pt x="1381" y="4732"/>
                  </a:cubicBezTo>
                  <a:lnTo>
                    <a:pt x="1155" y="4260"/>
                  </a:lnTo>
                  <a:cubicBezTo>
                    <a:pt x="1042" y="4050"/>
                    <a:pt x="1124" y="3804"/>
                    <a:pt x="1334" y="3706"/>
                  </a:cubicBezTo>
                  <a:cubicBezTo>
                    <a:pt x="1390" y="3678"/>
                    <a:pt x="1452" y="3665"/>
                    <a:pt x="1513" y="3665"/>
                  </a:cubicBezTo>
                  <a:close/>
                  <a:moveTo>
                    <a:pt x="4291" y="3024"/>
                  </a:moveTo>
                  <a:cubicBezTo>
                    <a:pt x="5009" y="3024"/>
                    <a:pt x="5594" y="3593"/>
                    <a:pt x="5594" y="4307"/>
                  </a:cubicBezTo>
                  <a:cubicBezTo>
                    <a:pt x="5594" y="5025"/>
                    <a:pt x="5009" y="5591"/>
                    <a:pt x="4291" y="5591"/>
                  </a:cubicBezTo>
                  <a:cubicBezTo>
                    <a:pt x="3593" y="5591"/>
                    <a:pt x="3008" y="5025"/>
                    <a:pt x="3008" y="4307"/>
                  </a:cubicBezTo>
                  <a:cubicBezTo>
                    <a:pt x="3008" y="3593"/>
                    <a:pt x="3593" y="3024"/>
                    <a:pt x="4291" y="3024"/>
                  </a:cubicBezTo>
                  <a:close/>
                  <a:moveTo>
                    <a:pt x="2162" y="5698"/>
                  </a:moveTo>
                  <a:cubicBezTo>
                    <a:pt x="2206" y="5698"/>
                    <a:pt x="2250" y="5706"/>
                    <a:pt x="2294" y="5723"/>
                  </a:cubicBezTo>
                  <a:lnTo>
                    <a:pt x="2797" y="5883"/>
                  </a:lnTo>
                  <a:cubicBezTo>
                    <a:pt x="3008" y="5950"/>
                    <a:pt x="3121" y="6195"/>
                    <a:pt x="3059" y="6406"/>
                  </a:cubicBezTo>
                  <a:cubicBezTo>
                    <a:pt x="2992" y="6576"/>
                    <a:pt x="2830" y="6682"/>
                    <a:pt x="2659" y="6682"/>
                  </a:cubicBezTo>
                  <a:cubicBezTo>
                    <a:pt x="2618" y="6682"/>
                    <a:pt x="2576" y="6676"/>
                    <a:pt x="2536" y="6663"/>
                  </a:cubicBezTo>
                  <a:lnTo>
                    <a:pt x="2033" y="6504"/>
                  </a:lnTo>
                  <a:cubicBezTo>
                    <a:pt x="1822" y="6422"/>
                    <a:pt x="1709" y="6195"/>
                    <a:pt x="1771" y="5981"/>
                  </a:cubicBezTo>
                  <a:cubicBezTo>
                    <a:pt x="1836" y="5814"/>
                    <a:pt x="1994" y="5698"/>
                    <a:pt x="2162" y="5698"/>
                  </a:cubicBezTo>
                  <a:close/>
                  <a:moveTo>
                    <a:pt x="6268" y="5535"/>
                  </a:moveTo>
                  <a:cubicBezTo>
                    <a:pt x="6313" y="5535"/>
                    <a:pt x="6359" y="5543"/>
                    <a:pt x="6406" y="5559"/>
                  </a:cubicBezTo>
                  <a:cubicBezTo>
                    <a:pt x="6616" y="5626"/>
                    <a:pt x="6729" y="5868"/>
                    <a:pt x="6667" y="6078"/>
                  </a:cubicBezTo>
                  <a:lnTo>
                    <a:pt x="6488" y="6566"/>
                  </a:lnTo>
                  <a:cubicBezTo>
                    <a:pt x="6437" y="6745"/>
                    <a:pt x="6277" y="6843"/>
                    <a:pt x="6098" y="6843"/>
                  </a:cubicBezTo>
                  <a:cubicBezTo>
                    <a:pt x="5821" y="6843"/>
                    <a:pt x="5625" y="6585"/>
                    <a:pt x="5707" y="6308"/>
                  </a:cubicBezTo>
                  <a:lnTo>
                    <a:pt x="5867" y="5821"/>
                  </a:lnTo>
                  <a:cubicBezTo>
                    <a:pt x="5933" y="5653"/>
                    <a:pt x="6092" y="5535"/>
                    <a:pt x="6268" y="5535"/>
                  </a:cubicBezTo>
                  <a:close/>
                  <a:moveTo>
                    <a:pt x="4527" y="6446"/>
                  </a:moveTo>
                  <a:cubicBezTo>
                    <a:pt x="4680" y="6446"/>
                    <a:pt x="4823" y="6530"/>
                    <a:pt x="4892" y="6683"/>
                  </a:cubicBezTo>
                  <a:cubicBezTo>
                    <a:pt x="5009" y="6878"/>
                    <a:pt x="4927" y="7120"/>
                    <a:pt x="4717" y="7233"/>
                  </a:cubicBezTo>
                  <a:lnTo>
                    <a:pt x="4244" y="7463"/>
                  </a:lnTo>
                  <a:cubicBezTo>
                    <a:pt x="4189" y="7491"/>
                    <a:pt x="4130" y="7504"/>
                    <a:pt x="4071" y="7504"/>
                  </a:cubicBezTo>
                  <a:cubicBezTo>
                    <a:pt x="3922" y="7504"/>
                    <a:pt x="3776" y="7419"/>
                    <a:pt x="3706" y="7268"/>
                  </a:cubicBezTo>
                  <a:cubicBezTo>
                    <a:pt x="3593" y="7073"/>
                    <a:pt x="3675" y="6827"/>
                    <a:pt x="3886" y="6714"/>
                  </a:cubicBezTo>
                  <a:lnTo>
                    <a:pt x="4342" y="6488"/>
                  </a:lnTo>
                  <a:cubicBezTo>
                    <a:pt x="4402" y="6460"/>
                    <a:pt x="4465" y="6446"/>
                    <a:pt x="4527" y="6446"/>
                  </a:cubicBezTo>
                  <a:close/>
                  <a:moveTo>
                    <a:pt x="4291" y="0"/>
                  </a:moveTo>
                  <a:cubicBezTo>
                    <a:pt x="1919" y="0"/>
                    <a:pt x="0" y="1935"/>
                    <a:pt x="0" y="4307"/>
                  </a:cubicBezTo>
                  <a:cubicBezTo>
                    <a:pt x="0" y="6683"/>
                    <a:pt x="1919" y="8614"/>
                    <a:pt x="4291" y="8614"/>
                  </a:cubicBezTo>
                  <a:cubicBezTo>
                    <a:pt x="6683" y="8614"/>
                    <a:pt x="8598" y="6683"/>
                    <a:pt x="8598" y="4307"/>
                  </a:cubicBezTo>
                  <a:cubicBezTo>
                    <a:pt x="8598" y="1935"/>
                    <a:pt x="6683" y="0"/>
                    <a:pt x="4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3155750" y="2381875"/>
              <a:ext cx="215075" cy="114375"/>
            </a:xfrm>
            <a:custGeom>
              <a:avLst/>
              <a:gdLst/>
              <a:ahLst/>
              <a:cxnLst/>
              <a:rect l="l" t="t" r="r" b="b"/>
              <a:pathLst>
                <a:path w="8603" h="4575" extrusionOk="0">
                  <a:moveTo>
                    <a:pt x="800" y="1"/>
                  </a:moveTo>
                  <a:cubicBezTo>
                    <a:pt x="472" y="1"/>
                    <a:pt x="328" y="258"/>
                    <a:pt x="0" y="570"/>
                  </a:cubicBezTo>
                  <a:cubicBezTo>
                    <a:pt x="154" y="2807"/>
                    <a:pt x="2032" y="4574"/>
                    <a:pt x="4286" y="4574"/>
                  </a:cubicBezTo>
                  <a:cubicBezTo>
                    <a:pt x="4438" y="4574"/>
                    <a:pt x="4592" y="4566"/>
                    <a:pt x="4748" y="4549"/>
                  </a:cubicBezTo>
                  <a:cubicBezTo>
                    <a:pt x="5189" y="2650"/>
                    <a:pt x="6683" y="1155"/>
                    <a:pt x="8583" y="699"/>
                  </a:cubicBezTo>
                  <a:cubicBezTo>
                    <a:pt x="8602" y="648"/>
                    <a:pt x="8602" y="617"/>
                    <a:pt x="8602" y="570"/>
                  </a:cubicBezTo>
                  <a:cubicBezTo>
                    <a:pt x="8274" y="258"/>
                    <a:pt x="8130" y="1"/>
                    <a:pt x="7822" y="1"/>
                  </a:cubicBezTo>
                  <a:cubicBezTo>
                    <a:pt x="7592" y="1"/>
                    <a:pt x="7463" y="114"/>
                    <a:pt x="7237" y="356"/>
                  </a:cubicBezTo>
                  <a:cubicBezTo>
                    <a:pt x="6991" y="617"/>
                    <a:pt x="6651" y="960"/>
                    <a:pt x="6066" y="960"/>
                  </a:cubicBezTo>
                  <a:cubicBezTo>
                    <a:pt x="5805" y="960"/>
                    <a:pt x="5610" y="894"/>
                    <a:pt x="5430" y="812"/>
                  </a:cubicBezTo>
                  <a:cubicBezTo>
                    <a:pt x="5220" y="1233"/>
                    <a:pt x="4779" y="1526"/>
                    <a:pt x="4276" y="1526"/>
                  </a:cubicBezTo>
                  <a:cubicBezTo>
                    <a:pt x="3772" y="1526"/>
                    <a:pt x="3351" y="1253"/>
                    <a:pt x="3121" y="828"/>
                  </a:cubicBezTo>
                  <a:cubicBezTo>
                    <a:pt x="2961" y="910"/>
                    <a:pt x="2782" y="960"/>
                    <a:pt x="2555" y="960"/>
                  </a:cubicBezTo>
                  <a:cubicBezTo>
                    <a:pt x="1951" y="960"/>
                    <a:pt x="1627" y="617"/>
                    <a:pt x="1385" y="356"/>
                  </a:cubicBezTo>
                  <a:cubicBezTo>
                    <a:pt x="1155" y="114"/>
                    <a:pt x="1026" y="1"/>
                    <a:pt x="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0" name="Google Shape;1150;p49"/>
          <p:cNvGrpSpPr/>
          <p:nvPr/>
        </p:nvGrpSpPr>
        <p:grpSpPr>
          <a:xfrm rot="-1888838">
            <a:off x="5585597" y="4472157"/>
            <a:ext cx="352393" cy="262095"/>
            <a:chOff x="3155350" y="2966650"/>
            <a:chExt cx="352400" cy="262100"/>
          </a:xfrm>
        </p:grpSpPr>
        <p:sp>
          <p:nvSpPr>
            <p:cNvPr id="1151" name="Google Shape;1151;p49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473;p61"/>
          <p:cNvSpPr txBox="1">
            <a:spLocks noGrp="1"/>
          </p:cNvSpPr>
          <p:nvPr>
            <p:ph type="title"/>
          </p:nvPr>
        </p:nvSpPr>
        <p:spPr>
          <a:xfrm>
            <a:off x="729762" y="1063005"/>
            <a:ext cx="4638338" cy="4591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 preproocessing  </a:t>
            </a:r>
            <a:r>
              <a:rPr lang="en" sz="2800" dirty="0">
                <a:solidFill>
                  <a:schemeClr val="lt1"/>
                </a:solidFill>
              </a:rPr>
              <a:t>Steps</a:t>
            </a:r>
            <a:endParaRPr sz="2800" dirty="0">
              <a:solidFill>
                <a:schemeClr val="lt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32"/>
          <a:stretch/>
        </p:blipFill>
        <p:spPr>
          <a:xfrm>
            <a:off x="160789" y="1592257"/>
            <a:ext cx="5176521" cy="257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1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4" name="Google Shape;1124;p4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5559" r="-667" b="2152"/>
          <a:stretch/>
        </p:blipFill>
        <p:spPr>
          <a:xfrm>
            <a:off x="4995200" y="325900"/>
            <a:ext cx="3684026" cy="4395399"/>
          </a:xfrm>
          <a:prstGeom prst="rect">
            <a:avLst/>
          </a:prstGeom>
        </p:spPr>
      </p:pic>
      <p:grpSp>
        <p:nvGrpSpPr>
          <p:cNvPr id="1125" name="Google Shape;1125;p49"/>
          <p:cNvGrpSpPr/>
          <p:nvPr/>
        </p:nvGrpSpPr>
        <p:grpSpPr>
          <a:xfrm>
            <a:off x="4752704" y="8383"/>
            <a:ext cx="4376687" cy="5143501"/>
            <a:chOff x="1617475" y="3505950"/>
            <a:chExt cx="420625" cy="494325"/>
          </a:xfrm>
        </p:grpSpPr>
        <p:sp>
          <p:nvSpPr>
            <p:cNvPr id="1126" name="Google Shape;1126;p49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9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9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0" name="Google Shape;1140;p49"/>
          <p:cNvSpPr/>
          <p:nvPr/>
        </p:nvSpPr>
        <p:spPr>
          <a:xfrm flipH="1">
            <a:off x="5967988" y="41861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9"/>
          <p:cNvSpPr/>
          <p:nvPr/>
        </p:nvSpPr>
        <p:spPr>
          <a:xfrm flipH="1">
            <a:off x="6323600" y="45255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49"/>
          <p:cNvSpPr/>
          <p:nvPr/>
        </p:nvSpPr>
        <p:spPr>
          <a:xfrm flipH="1">
            <a:off x="8244000" y="25717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49"/>
          <p:cNvSpPr/>
          <p:nvPr/>
        </p:nvSpPr>
        <p:spPr>
          <a:xfrm flipH="1">
            <a:off x="5368100" y="325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4" name="Google Shape;1144;p49"/>
          <p:cNvGrpSpPr/>
          <p:nvPr/>
        </p:nvGrpSpPr>
        <p:grpSpPr>
          <a:xfrm>
            <a:off x="8162875" y="364425"/>
            <a:ext cx="351125" cy="351150"/>
            <a:chOff x="3155750" y="2281025"/>
            <a:chExt cx="351125" cy="351150"/>
          </a:xfrm>
        </p:grpSpPr>
        <p:sp>
          <p:nvSpPr>
            <p:cNvPr id="1145" name="Google Shape;1145;p49"/>
            <p:cNvSpPr/>
            <p:nvPr/>
          </p:nvSpPr>
          <p:spPr>
            <a:xfrm>
              <a:off x="3158175" y="2281025"/>
              <a:ext cx="210600" cy="104500"/>
            </a:xfrm>
            <a:custGeom>
              <a:avLst/>
              <a:gdLst/>
              <a:ahLst/>
              <a:cxnLst/>
              <a:rect l="l" t="t" r="r" b="b"/>
              <a:pathLst>
                <a:path w="8424" h="4180" extrusionOk="0">
                  <a:moveTo>
                    <a:pt x="4214" y="1"/>
                  </a:moveTo>
                  <a:cubicBezTo>
                    <a:pt x="2146" y="1"/>
                    <a:pt x="410" y="1464"/>
                    <a:pt x="1" y="3399"/>
                  </a:cubicBezTo>
                  <a:cubicBezTo>
                    <a:pt x="180" y="3286"/>
                    <a:pt x="410" y="3204"/>
                    <a:pt x="703" y="3204"/>
                  </a:cubicBezTo>
                  <a:cubicBezTo>
                    <a:pt x="1288" y="3204"/>
                    <a:pt x="1627" y="3563"/>
                    <a:pt x="1873" y="3824"/>
                  </a:cubicBezTo>
                  <a:cubicBezTo>
                    <a:pt x="2099" y="4050"/>
                    <a:pt x="2228" y="4179"/>
                    <a:pt x="2458" y="4179"/>
                  </a:cubicBezTo>
                  <a:cubicBezTo>
                    <a:pt x="2653" y="4179"/>
                    <a:pt x="2766" y="4082"/>
                    <a:pt x="2946" y="3902"/>
                  </a:cubicBezTo>
                  <a:cubicBezTo>
                    <a:pt x="3106" y="3383"/>
                    <a:pt x="3594" y="2993"/>
                    <a:pt x="4179" y="2993"/>
                  </a:cubicBezTo>
                  <a:cubicBezTo>
                    <a:pt x="4733" y="2993"/>
                    <a:pt x="5205" y="3336"/>
                    <a:pt x="5384" y="3824"/>
                  </a:cubicBezTo>
                  <a:cubicBezTo>
                    <a:pt x="5610" y="4050"/>
                    <a:pt x="5739" y="4179"/>
                    <a:pt x="5969" y="4179"/>
                  </a:cubicBezTo>
                  <a:cubicBezTo>
                    <a:pt x="6196" y="4179"/>
                    <a:pt x="6309" y="4050"/>
                    <a:pt x="6535" y="3824"/>
                  </a:cubicBezTo>
                  <a:cubicBezTo>
                    <a:pt x="6781" y="3563"/>
                    <a:pt x="7120" y="3204"/>
                    <a:pt x="7725" y="3204"/>
                  </a:cubicBezTo>
                  <a:cubicBezTo>
                    <a:pt x="7998" y="3204"/>
                    <a:pt x="8228" y="3286"/>
                    <a:pt x="8423" y="3399"/>
                  </a:cubicBezTo>
                  <a:cubicBezTo>
                    <a:pt x="7998" y="1464"/>
                    <a:pt x="6278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3250825" y="2376125"/>
              <a:ext cx="23625" cy="23625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34"/>
                    <a:pt x="215" y="945"/>
                    <a:pt x="473" y="945"/>
                  </a:cubicBezTo>
                  <a:cubicBezTo>
                    <a:pt x="734" y="945"/>
                    <a:pt x="945" y="734"/>
                    <a:pt x="945" y="473"/>
                  </a:cubicBezTo>
                  <a:cubicBezTo>
                    <a:pt x="945" y="215"/>
                    <a:pt x="734" y="1"/>
                    <a:pt x="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3387850" y="2512675"/>
              <a:ext cx="23150" cy="23625"/>
            </a:xfrm>
            <a:custGeom>
              <a:avLst/>
              <a:gdLst/>
              <a:ahLst/>
              <a:cxnLst/>
              <a:rect l="l" t="t" r="r" b="b"/>
              <a:pathLst>
                <a:path w="926" h="945" extrusionOk="0">
                  <a:moveTo>
                    <a:pt x="453" y="0"/>
                  </a:moveTo>
                  <a:cubicBezTo>
                    <a:pt x="211" y="0"/>
                    <a:pt x="1" y="215"/>
                    <a:pt x="1" y="472"/>
                  </a:cubicBezTo>
                  <a:cubicBezTo>
                    <a:pt x="1" y="734"/>
                    <a:pt x="211" y="944"/>
                    <a:pt x="453" y="944"/>
                  </a:cubicBezTo>
                  <a:cubicBezTo>
                    <a:pt x="715" y="944"/>
                    <a:pt x="925" y="734"/>
                    <a:pt x="925" y="472"/>
                  </a:cubicBezTo>
                  <a:cubicBezTo>
                    <a:pt x="925" y="215"/>
                    <a:pt x="715" y="0"/>
                    <a:pt x="4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3291900" y="2416800"/>
              <a:ext cx="214975" cy="215375"/>
            </a:xfrm>
            <a:custGeom>
              <a:avLst/>
              <a:gdLst/>
              <a:ahLst/>
              <a:cxnLst/>
              <a:rect l="l" t="t" r="r" b="b"/>
              <a:pathLst>
                <a:path w="8599" h="8615" extrusionOk="0">
                  <a:moveTo>
                    <a:pt x="4527" y="1114"/>
                  </a:moveTo>
                  <a:cubicBezTo>
                    <a:pt x="4680" y="1114"/>
                    <a:pt x="4823" y="1195"/>
                    <a:pt x="4892" y="1334"/>
                  </a:cubicBezTo>
                  <a:cubicBezTo>
                    <a:pt x="5009" y="1545"/>
                    <a:pt x="4927" y="1787"/>
                    <a:pt x="4717" y="1885"/>
                  </a:cubicBezTo>
                  <a:lnTo>
                    <a:pt x="4244" y="2130"/>
                  </a:lnTo>
                  <a:cubicBezTo>
                    <a:pt x="4189" y="2158"/>
                    <a:pt x="4130" y="2171"/>
                    <a:pt x="4071" y="2171"/>
                  </a:cubicBezTo>
                  <a:cubicBezTo>
                    <a:pt x="3922" y="2171"/>
                    <a:pt x="3776" y="2086"/>
                    <a:pt x="3706" y="1935"/>
                  </a:cubicBezTo>
                  <a:cubicBezTo>
                    <a:pt x="3593" y="1740"/>
                    <a:pt x="3675" y="1494"/>
                    <a:pt x="3886" y="1381"/>
                  </a:cubicBezTo>
                  <a:lnTo>
                    <a:pt x="4342" y="1155"/>
                  </a:lnTo>
                  <a:cubicBezTo>
                    <a:pt x="4402" y="1127"/>
                    <a:pt x="4465" y="1114"/>
                    <a:pt x="4527" y="1114"/>
                  </a:cubicBezTo>
                  <a:close/>
                  <a:moveTo>
                    <a:pt x="5933" y="1926"/>
                  </a:moveTo>
                  <a:cubicBezTo>
                    <a:pt x="5976" y="1926"/>
                    <a:pt x="6019" y="1934"/>
                    <a:pt x="6062" y="1951"/>
                  </a:cubicBezTo>
                  <a:lnTo>
                    <a:pt x="6570" y="2115"/>
                  </a:lnTo>
                  <a:cubicBezTo>
                    <a:pt x="6780" y="2177"/>
                    <a:pt x="6893" y="2423"/>
                    <a:pt x="6827" y="2634"/>
                  </a:cubicBezTo>
                  <a:cubicBezTo>
                    <a:pt x="6765" y="2813"/>
                    <a:pt x="6601" y="2911"/>
                    <a:pt x="6437" y="2911"/>
                  </a:cubicBezTo>
                  <a:cubicBezTo>
                    <a:pt x="6339" y="2911"/>
                    <a:pt x="6339" y="2911"/>
                    <a:pt x="5805" y="2731"/>
                  </a:cubicBezTo>
                  <a:cubicBezTo>
                    <a:pt x="5594" y="2649"/>
                    <a:pt x="5477" y="2423"/>
                    <a:pt x="5544" y="2212"/>
                  </a:cubicBezTo>
                  <a:cubicBezTo>
                    <a:pt x="5609" y="2045"/>
                    <a:pt x="5765" y="1926"/>
                    <a:pt x="5933" y="1926"/>
                  </a:cubicBezTo>
                  <a:close/>
                  <a:moveTo>
                    <a:pt x="2490" y="1764"/>
                  </a:moveTo>
                  <a:cubicBezTo>
                    <a:pt x="2532" y="1764"/>
                    <a:pt x="2575" y="1771"/>
                    <a:pt x="2618" y="1787"/>
                  </a:cubicBezTo>
                  <a:cubicBezTo>
                    <a:pt x="2844" y="1853"/>
                    <a:pt x="2961" y="2099"/>
                    <a:pt x="2879" y="2310"/>
                  </a:cubicBezTo>
                  <a:lnTo>
                    <a:pt x="2715" y="2797"/>
                  </a:lnTo>
                  <a:cubicBezTo>
                    <a:pt x="2662" y="2967"/>
                    <a:pt x="2504" y="3074"/>
                    <a:pt x="2326" y="3074"/>
                  </a:cubicBezTo>
                  <a:cubicBezTo>
                    <a:pt x="2284" y="3074"/>
                    <a:pt x="2240" y="3068"/>
                    <a:pt x="2196" y="3055"/>
                  </a:cubicBezTo>
                  <a:cubicBezTo>
                    <a:pt x="1986" y="2992"/>
                    <a:pt x="1869" y="2747"/>
                    <a:pt x="1935" y="2536"/>
                  </a:cubicBezTo>
                  <a:lnTo>
                    <a:pt x="2099" y="2048"/>
                  </a:lnTo>
                  <a:cubicBezTo>
                    <a:pt x="2164" y="1880"/>
                    <a:pt x="2322" y="1764"/>
                    <a:pt x="2490" y="1764"/>
                  </a:cubicBezTo>
                  <a:close/>
                  <a:moveTo>
                    <a:pt x="6852" y="3665"/>
                  </a:moveTo>
                  <a:cubicBezTo>
                    <a:pt x="7005" y="3665"/>
                    <a:pt x="7148" y="3747"/>
                    <a:pt x="7217" y="3886"/>
                  </a:cubicBezTo>
                  <a:lnTo>
                    <a:pt x="7447" y="4358"/>
                  </a:lnTo>
                  <a:cubicBezTo>
                    <a:pt x="7560" y="4553"/>
                    <a:pt x="7463" y="4810"/>
                    <a:pt x="7268" y="4908"/>
                  </a:cubicBezTo>
                  <a:cubicBezTo>
                    <a:pt x="7206" y="4936"/>
                    <a:pt x="7142" y="4950"/>
                    <a:pt x="7079" y="4950"/>
                  </a:cubicBezTo>
                  <a:cubicBezTo>
                    <a:pt x="6926" y="4950"/>
                    <a:pt x="6783" y="4870"/>
                    <a:pt x="6714" y="4732"/>
                  </a:cubicBezTo>
                  <a:lnTo>
                    <a:pt x="6488" y="4260"/>
                  </a:lnTo>
                  <a:cubicBezTo>
                    <a:pt x="6374" y="4050"/>
                    <a:pt x="6472" y="3804"/>
                    <a:pt x="6667" y="3706"/>
                  </a:cubicBezTo>
                  <a:cubicBezTo>
                    <a:pt x="6728" y="3678"/>
                    <a:pt x="6791" y="3665"/>
                    <a:pt x="6852" y="3665"/>
                  </a:cubicBezTo>
                  <a:close/>
                  <a:moveTo>
                    <a:pt x="1513" y="3665"/>
                  </a:moveTo>
                  <a:cubicBezTo>
                    <a:pt x="1666" y="3665"/>
                    <a:pt x="1819" y="3747"/>
                    <a:pt x="1888" y="3886"/>
                  </a:cubicBezTo>
                  <a:lnTo>
                    <a:pt x="2114" y="4358"/>
                  </a:lnTo>
                  <a:cubicBezTo>
                    <a:pt x="2259" y="4635"/>
                    <a:pt x="2048" y="4959"/>
                    <a:pt x="1756" y="4959"/>
                  </a:cubicBezTo>
                  <a:cubicBezTo>
                    <a:pt x="1596" y="4959"/>
                    <a:pt x="1447" y="4861"/>
                    <a:pt x="1381" y="4732"/>
                  </a:cubicBezTo>
                  <a:lnTo>
                    <a:pt x="1155" y="4260"/>
                  </a:lnTo>
                  <a:cubicBezTo>
                    <a:pt x="1042" y="4050"/>
                    <a:pt x="1124" y="3804"/>
                    <a:pt x="1334" y="3706"/>
                  </a:cubicBezTo>
                  <a:cubicBezTo>
                    <a:pt x="1390" y="3678"/>
                    <a:pt x="1452" y="3665"/>
                    <a:pt x="1513" y="3665"/>
                  </a:cubicBezTo>
                  <a:close/>
                  <a:moveTo>
                    <a:pt x="4291" y="3024"/>
                  </a:moveTo>
                  <a:cubicBezTo>
                    <a:pt x="5009" y="3024"/>
                    <a:pt x="5594" y="3593"/>
                    <a:pt x="5594" y="4307"/>
                  </a:cubicBezTo>
                  <a:cubicBezTo>
                    <a:pt x="5594" y="5025"/>
                    <a:pt x="5009" y="5591"/>
                    <a:pt x="4291" y="5591"/>
                  </a:cubicBezTo>
                  <a:cubicBezTo>
                    <a:pt x="3593" y="5591"/>
                    <a:pt x="3008" y="5025"/>
                    <a:pt x="3008" y="4307"/>
                  </a:cubicBezTo>
                  <a:cubicBezTo>
                    <a:pt x="3008" y="3593"/>
                    <a:pt x="3593" y="3024"/>
                    <a:pt x="4291" y="3024"/>
                  </a:cubicBezTo>
                  <a:close/>
                  <a:moveTo>
                    <a:pt x="2162" y="5698"/>
                  </a:moveTo>
                  <a:cubicBezTo>
                    <a:pt x="2206" y="5698"/>
                    <a:pt x="2250" y="5706"/>
                    <a:pt x="2294" y="5723"/>
                  </a:cubicBezTo>
                  <a:lnTo>
                    <a:pt x="2797" y="5883"/>
                  </a:lnTo>
                  <a:cubicBezTo>
                    <a:pt x="3008" y="5950"/>
                    <a:pt x="3121" y="6195"/>
                    <a:pt x="3059" y="6406"/>
                  </a:cubicBezTo>
                  <a:cubicBezTo>
                    <a:pt x="2992" y="6576"/>
                    <a:pt x="2830" y="6682"/>
                    <a:pt x="2659" y="6682"/>
                  </a:cubicBezTo>
                  <a:cubicBezTo>
                    <a:pt x="2618" y="6682"/>
                    <a:pt x="2576" y="6676"/>
                    <a:pt x="2536" y="6663"/>
                  </a:cubicBezTo>
                  <a:lnTo>
                    <a:pt x="2033" y="6504"/>
                  </a:lnTo>
                  <a:cubicBezTo>
                    <a:pt x="1822" y="6422"/>
                    <a:pt x="1709" y="6195"/>
                    <a:pt x="1771" y="5981"/>
                  </a:cubicBezTo>
                  <a:cubicBezTo>
                    <a:pt x="1836" y="5814"/>
                    <a:pt x="1994" y="5698"/>
                    <a:pt x="2162" y="5698"/>
                  </a:cubicBezTo>
                  <a:close/>
                  <a:moveTo>
                    <a:pt x="6268" y="5535"/>
                  </a:moveTo>
                  <a:cubicBezTo>
                    <a:pt x="6313" y="5535"/>
                    <a:pt x="6359" y="5543"/>
                    <a:pt x="6406" y="5559"/>
                  </a:cubicBezTo>
                  <a:cubicBezTo>
                    <a:pt x="6616" y="5626"/>
                    <a:pt x="6729" y="5868"/>
                    <a:pt x="6667" y="6078"/>
                  </a:cubicBezTo>
                  <a:lnTo>
                    <a:pt x="6488" y="6566"/>
                  </a:lnTo>
                  <a:cubicBezTo>
                    <a:pt x="6437" y="6745"/>
                    <a:pt x="6277" y="6843"/>
                    <a:pt x="6098" y="6843"/>
                  </a:cubicBezTo>
                  <a:cubicBezTo>
                    <a:pt x="5821" y="6843"/>
                    <a:pt x="5625" y="6585"/>
                    <a:pt x="5707" y="6308"/>
                  </a:cubicBezTo>
                  <a:lnTo>
                    <a:pt x="5867" y="5821"/>
                  </a:lnTo>
                  <a:cubicBezTo>
                    <a:pt x="5933" y="5653"/>
                    <a:pt x="6092" y="5535"/>
                    <a:pt x="6268" y="5535"/>
                  </a:cubicBezTo>
                  <a:close/>
                  <a:moveTo>
                    <a:pt x="4527" y="6446"/>
                  </a:moveTo>
                  <a:cubicBezTo>
                    <a:pt x="4680" y="6446"/>
                    <a:pt x="4823" y="6530"/>
                    <a:pt x="4892" y="6683"/>
                  </a:cubicBezTo>
                  <a:cubicBezTo>
                    <a:pt x="5009" y="6878"/>
                    <a:pt x="4927" y="7120"/>
                    <a:pt x="4717" y="7233"/>
                  </a:cubicBezTo>
                  <a:lnTo>
                    <a:pt x="4244" y="7463"/>
                  </a:lnTo>
                  <a:cubicBezTo>
                    <a:pt x="4189" y="7491"/>
                    <a:pt x="4130" y="7504"/>
                    <a:pt x="4071" y="7504"/>
                  </a:cubicBezTo>
                  <a:cubicBezTo>
                    <a:pt x="3922" y="7504"/>
                    <a:pt x="3776" y="7419"/>
                    <a:pt x="3706" y="7268"/>
                  </a:cubicBezTo>
                  <a:cubicBezTo>
                    <a:pt x="3593" y="7073"/>
                    <a:pt x="3675" y="6827"/>
                    <a:pt x="3886" y="6714"/>
                  </a:cubicBezTo>
                  <a:lnTo>
                    <a:pt x="4342" y="6488"/>
                  </a:lnTo>
                  <a:cubicBezTo>
                    <a:pt x="4402" y="6460"/>
                    <a:pt x="4465" y="6446"/>
                    <a:pt x="4527" y="6446"/>
                  </a:cubicBezTo>
                  <a:close/>
                  <a:moveTo>
                    <a:pt x="4291" y="0"/>
                  </a:moveTo>
                  <a:cubicBezTo>
                    <a:pt x="1919" y="0"/>
                    <a:pt x="0" y="1935"/>
                    <a:pt x="0" y="4307"/>
                  </a:cubicBezTo>
                  <a:cubicBezTo>
                    <a:pt x="0" y="6683"/>
                    <a:pt x="1919" y="8614"/>
                    <a:pt x="4291" y="8614"/>
                  </a:cubicBezTo>
                  <a:cubicBezTo>
                    <a:pt x="6683" y="8614"/>
                    <a:pt x="8598" y="6683"/>
                    <a:pt x="8598" y="4307"/>
                  </a:cubicBezTo>
                  <a:cubicBezTo>
                    <a:pt x="8598" y="1935"/>
                    <a:pt x="6683" y="0"/>
                    <a:pt x="4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3155750" y="2381875"/>
              <a:ext cx="215075" cy="114375"/>
            </a:xfrm>
            <a:custGeom>
              <a:avLst/>
              <a:gdLst/>
              <a:ahLst/>
              <a:cxnLst/>
              <a:rect l="l" t="t" r="r" b="b"/>
              <a:pathLst>
                <a:path w="8603" h="4575" extrusionOk="0">
                  <a:moveTo>
                    <a:pt x="800" y="1"/>
                  </a:moveTo>
                  <a:cubicBezTo>
                    <a:pt x="472" y="1"/>
                    <a:pt x="328" y="258"/>
                    <a:pt x="0" y="570"/>
                  </a:cubicBezTo>
                  <a:cubicBezTo>
                    <a:pt x="154" y="2807"/>
                    <a:pt x="2032" y="4574"/>
                    <a:pt x="4286" y="4574"/>
                  </a:cubicBezTo>
                  <a:cubicBezTo>
                    <a:pt x="4438" y="4574"/>
                    <a:pt x="4592" y="4566"/>
                    <a:pt x="4748" y="4549"/>
                  </a:cubicBezTo>
                  <a:cubicBezTo>
                    <a:pt x="5189" y="2650"/>
                    <a:pt x="6683" y="1155"/>
                    <a:pt x="8583" y="699"/>
                  </a:cubicBezTo>
                  <a:cubicBezTo>
                    <a:pt x="8602" y="648"/>
                    <a:pt x="8602" y="617"/>
                    <a:pt x="8602" y="570"/>
                  </a:cubicBezTo>
                  <a:cubicBezTo>
                    <a:pt x="8274" y="258"/>
                    <a:pt x="8130" y="1"/>
                    <a:pt x="7822" y="1"/>
                  </a:cubicBezTo>
                  <a:cubicBezTo>
                    <a:pt x="7592" y="1"/>
                    <a:pt x="7463" y="114"/>
                    <a:pt x="7237" y="356"/>
                  </a:cubicBezTo>
                  <a:cubicBezTo>
                    <a:pt x="6991" y="617"/>
                    <a:pt x="6651" y="960"/>
                    <a:pt x="6066" y="960"/>
                  </a:cubicBezTo>
                  <a:cubicBezTo>
                    <a:pt x="5805" y="960"/>
                    <a:pt x="5610" y="894"/>
                    <a:pt x="5430" y="812"/>
                  </a:cubicBezTo>
                  <a:cubicBezTo>
                    <a:pt x="5220" y="1233"/>
                    <a:pt x="4779" y="1526"/>
                    <a:pt x="4276" y="1526"/>
                  </a:cubicBezTo>
                  <a:cubicBezTo>
                    <a:pt x="3772" y="1526"/>
                    <a:pt x="3351" y="1253"/>
                    <a:pt x="3121" y="828"/>
                  </a:cubicBezTo>
                  <a:cubicBezTo>
                    <a:pt x="2961" y="910"/>
                    <a:pt x="2782" y="960"/>
                    <a:pt x="2555" y="960"/>
                  </a:cubicBezTo>
                  <a:cubicBezTo>
                    <a:pt x="1951" y="960"/>
                    <a:pt x="1627" y="617"/>
                    <a:pt x="1385" y="356"/>
                  </a:cubicBezTo>
                  <a:cubicBezTo>
                    <a:pt x="1155" y="114"/>
                    <a:pt x="1026" y="1"/>
                    <a:pt x="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0" name="Google Shape;1150;p49"/>
          <p:cNvGrpSpPr/>
          <p:nvPr/>
        </p:nvGrpSpPr>
        <p:grpSpPr>
          <a:xfrm rot="-1888838">
            <a:off x="5585597" y="4472157"/>
            <a:ext cx="352393" cy="262095"/>
            <a:chOff x="3155350" y="2966650"/>
            <a:chExt cx="352400" cy="262100"/>
          </a:xfrm>
        </p:grpSpPr>
        <p:sp>
          <p:nvSpPr>
            <p:cNvPr id="1151" name="Google Shape;1151;p49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473;p61"/>
          <p:cNvSpPr txBox="1">
            <a:spLocks noGrp="1"/>
          </p:cNvSpPr>
          <p:nvPr>
            <p:ph type="title"/>
          </p:nvPr>
        </p:nvSpPr>
        <p:spPr>
          <a:xfrm>
            <a:off x="729762" y="1063005"/>
            <a:ext cx="4638338" cy="4591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 preproocessing  </a:t>
            </a:r>
            <a:r>
              <a:rPr lang="en" sz="2800" dirty="0">
                <a:solidFill>
                  <a:schemeClr val="lt1"/>
                </a:solidFill>
              </a:rPr>
              <a:t>Steps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33" name="Google Shape;1139;p49"/>
          <p:cNvSpPr txBox="1">
            <a:spLocks noGrp="1"/>
          </p:cNvSpPr>
          <p:nvPr>
            <p:ph type="subTitle" idx="1"/>
          </p:nvPr>
        </p:nvSpPr>
        <p:spPr>
          <a:xfrm>
            <a:off x="367701" y="1715059"/>
            <a:ext cx="4742565" cy="30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-4572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sz="2400" dirty="0"/>
              <a:t>First, we had to deal with missing values and translate all arabic responses.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endParaRPr lang="en" dirty="0"/>
          </a:p>
          <a:p>
            <a:pPr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sz="2400" dirty="0"/>
              <a:t>Second, We had to make sure that respondents didn’t answer the questions randomly.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8467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4" name="Google Shape;1124;p4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5559" r="-667" b="2152"/>
          <a:stretch/>
        </p:blipFill>
        <p:spPr>
          <a:xfrm>
            <a:off x="4995200" y="325900"/>
            <a:ext cx="3684026" cy="4395399"/>
          </a:xfrm>
          <a:prstGeom prst="rect">
            <a:avLst/>
          </a:prstGeom>
        </p:spPr>
      </p:pic>
      <p:grpSp>
        <p:nvGrpSpPr>
          <p:cNvPr id="1125" name="Google Shape;1125;p49"/>
          <p:cNvGrpSpPr/>
          <p:nvPr/>
        </p:nvGrpSpPr>
        <p:grpSpPr>
          <a:xfrm>
            <a:off x="4752704" y="8383"/>
            <a:ext cx="4376687" cy="5143501"/>
            <a:chOff x="1617475" y="3505950"/>
            <a:chExt cx="420625" cy="494325"/>
          </a:xfrm>
        </p:grpSpPr>
        <p:sp>
          <p:nvSpPr>
            <p:cNvPr id="1126" name="Google Shape;1126;p49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9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9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0" name="Google Shape;1140;p49"/>
          <p:cNvSpPr/>
          <p:nvPr/>
        </p:nvSpPr>
        <p:spPr>
          <a:xfrm flipH="1">
            <a:off x="5967988" y="41861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9"/>
          <p:cNvSpPr/>
          <p:nvPr/>
        </p:nvSpPr>
        <p:spPr>
          <a:xfrm flipH="1">
            <a:off x="6323600" y="45255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49"/>
          <p:cNvSpPr/>
          <p:nvPr/>
        </p:nvSpPr>
        <p:spPr>
          <a:xfrm flipH="1">
            <a:off x="8244000" y="25717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49"/>
          <p:cNvSpPr/>
          <p:nvPr/>
        </p:nvSpPr>
        <p:spPr>
          <a:xfrm flipH="1">
            <a:off x="5368100" y="325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44" name="Google Shape;1144;p49"/>
          <p:cNvGrpSpPr/>
          <p:nvPr/>
        </p:nvGrpSpPr>
        <p:grpSpPr>
          <a:xfrm>
            <a:off x="8162875" y="364425"/>
            <a:ext cx="351125" cy="351150"/>
            <a:chOff x="3155750" y="2281025"/>
            <a:chExt cx="351125" cy="351150"/>
          </a:xfrm>
        </p:grpSpPr>
        <p:sp>
          <p:nvSpPr>
            <p:cNvPr id="1145" name="Google Shape;1145;p49"/>
            <p:cNvSpPr/>
            <p:nvPr/>
          </p:nvSpPr>
          <p:spPr>
            <a:xfrm>
              <a:off x="3158175" y="2281025"/>
              <a:ext cx="210600" cy="104500"/>
            </a:xfrm>
            <a:custGeom>
              <a:avLst/>
              <a:gdLst/>
              <a:ahLst/>
              <a:cxnLst/>
              <a:rect l="l" t="t" r="r" b="b"/>
              <a:pathLst>
                <a:path w="8424" h="4180" extrusionOk="0">
                  <a:moveTo>
                    <a:pt x="4214" y="1"/>
                  </a:moveTo>
                  <a:cubicBezTo>
                    <a:pt x="2146" y="1"/>
                    <a:pt x="410" y="1464"/>
                    <a:pt x="1" y="3399"/>
                  </a:cubicBezTo>
                  <a:cubicBezTo>
                    <a:pt x="180" y="3286"/>
                    <a:pt x="410" y="3204"/>
                    <a:pt x="703" y="3204"/>
                  </a:cubicBezTo>
                  <a:cubicBezTo>
                    <a:pt x="1288" y="3204"/>
                    <a:pt x="1627" y="3563"/>
                    <a:pt x="1873" y="3824"/>
                  </a:cubicBezTo>
                  <a:cubicBezTo>
                    <a:pt x="2099" y="4050"/>
                    <a:pt x="2228" y="4179"/>
                    <a:pt x="2458" y="4179"/>
                  </a:cubicBezTo>
                  <a:cubicBezTo>
                    <a:pt x="2653" y="4179"/>
                    <a:pt x="2766" y="4082"/>
                    <a:pt x="2946" y="3902"/>
                  </a:cubicBezTo>
                  <a:cubicBezTo>
                    <a:pt x="3106" y="3383"/>
                    <a:pt x="3594" y="2993"/>
                    <a:pt x="4179" y="2993"/>
                  </a:cubicBezTo>
                  <a:cubicBezTo>
                    <a:pt x="4733" y="2993"/>
                    <a:pt x="5205" y="3336"/>
                    <a:pt x="5384" y="3824"/>
                  </a:cubicBezTo>
                  <a:cubicBezTo>
                    <a:pt x="5610" y="4050"/>
                    <a:pt x="5739" y="4179"/>
                    <a:pt x="5969" y="4179"/>
                  </a:cubicBezTo>
                  <a:cubicBezTo>
                    <a:pt x="6196" y="4179"/>
                    <a:pt x="6309" y="4050"/>
                    <a:pt x="6535" y="3824"/>
                  </a:cubicBezTo>
                  <a:cubicBezTo>
                    <a:pt x="6781" y="3563"/>
                    <a:pt x="7120" y="3204"/>
                    <a:pt x="7725" y="3204"/>
                  </a:cubicBezTo>
                  <a:cubicBezTo>
                    <a:pt x="7998" y="3204"/>
                    <a:pt x="8228" y="3286"/>
                    <a:pt x="8423" y="3399"/>
                  </a:cubicBezTo>
                  <a:cubicBezTo>
                    <a:pt x="7998" y="1464"/>
                    <a:pt x="6278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3250825" y="2376125"/>
              <a:ext cx="23625" cy="23625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34"/>
                    <a:pt x="215" y="945"/>
                    <a:pt x="473" y="945"/>
                  </a:cubicBezTo>
                  <a:cubicBezTo>
                    <a:pt x="734" y="945"/>
                    <a:pt x="945" y="734"/>
                    <a:pt x="945" y="473"/>
                  </a:cubicBezTo>
                  <a:cubicBezTo>
                    <a:pt x="945" y="215"/>
                    <a:pt x="734" y="1"/>
                    <a:pt x="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3387850" y="2512675"/>
              <a:ext cx="23150" cy="23625"/>
            </a:xfrm>
            <a:custGeom>
              <a:avLst/>
              <a:gdLst/>
              <a:ahLst/>
              <a:cxnLst/>
              <a:rect l="l" t="t" r="r" b="b"/>
              <a:pathLst>
                <a:path w="926" h="945" extrusionOk="0">
                  <a:moveTo>
                    <a:pt x="453" y="0"/>
                  </a:moveTo>
                  <a:cubicBezTo>
                    <a:pt x="211" y="0"/>
                    <a:pt x="1" y="215"/>
                    <a:pt x="1" y="472"/>
                  </a:cubicBezTo>
                  <a:cubicBezTo>
                    <a:pt x="1" y="734"/>
                    <a:pt x="211" y="944"/>
                    <a:pt x="453" y="944"/>
                  </a:cubicBezTo>
                  <a:cubicBezTo>
                    <a:pt x="715" y="944"/>
                    <a:pt x="925" y="734"/>
                    <a:pt x="925" y="472"/>
                  </a:cubicBezTo>
                  <a:cubicBezTo>
                    <a:pt x="925" y="215"/>
                    <a:pt x="715" y="0"/>
                    <a:pt x="4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3291900" y="2416800"/>
              <a:ext cx="214975" cy="215375"/>
            </a:xfrm>
            <a:custGeom>
              <a:avLst/>
              <a:gdLst/>
              <a:ahLst/>
              <a:cxnLst/>
              <a:rect l="l" t="t" r="r" b="b"/>
              <a:pathLst>
                <a:path w="8599" h="8615" extrusionOk="0">
                  <a:moveTo>
                    <a:pt x="4527" y="1114"/>
                  </a:moveTo>
                  <a:cubicBezTo>
                    <a:pt x="4680" y="1114"/>
                    <a:pt x="4823" y="1195"/>
                    <a:pt x="4892" y="1334"/>
                  </a:cubicBezTo>
                  <a:cubicBezTo>
                    <a:pt x="5009" y="1545"/>
                    <a:pt x="4927" y="1787"/>
                    <a:pt x="4717" y="1885"/>
                  </a:cubicBezTo>
                  <a:lnTo>
                    <a:pt x="4244" y="2130"/>
                  </a:lnTo>
                  <a:cubicBezTo>
                    <a:pt x="4189" y="2158"/>
                    <a:pt x="4130" y="2171"/>
                    <a:pt x="4071" y="2171"/>
                  </a:cubicBezTo>
                  <a:cubicBezTo>
                    <a:pt x="3922" y="2171"/>
                    <a:pt x="3776" y="2086"/>
                    <a:pt x="3706" y="1935"/>
                  </a:cubicBezTo>
                  <a:cubicBezTo>
                    <a:pt x="3593" y="1740"/>
                    <a:pt x="3675" y="1494"/>
                    <a:pt x="3886" y="1381"/>
                  </a:cubicBezTo>
                  <a:lnTo>
                    <a:pt x="4342" y="1155"/>
                  </a:lnTo>
                  <a:cubicBezTo>
                    <a:pt x="4402" y="1127"/>
                    <a:pt x="4465" y="1114"/>
                    <a:pt x="4527" y="1114"/>
                  </a:cubicBezTo>
                  <a:close/>
                  <a:moveTo>
                    <a:pt x="5933" y="1926"/>
                  </a:moveTo>
                  <a:cubicBezTo>
                    <a:pt x="5976" y="1926"/>
                    <a:pt x="6019" y="1934"/>
                    <a:pt x="6062" y="1951"/>
                  </a:cubicBezTo>
                  <a:lnTo>
                    <a:pt x="6570" y="2115"/>
                  </a:lnTo>
                  <a:cubicBezTo>
                    <a:pt x="6780" y="2177"/>
                    <a:pt x="6893" y="2423"/>
                    <a:pt x="6827" y="2634"/>
                  </a:cubicBezTo>
                  <a:cubicBezTo>
                    <a:pt x="6765" y="2813"/>
                    <a:pt x="6601" y="2911"/>
                    <a:pt x="6437" y="2911"/>
                  </a:cubicBezTo>
                  <a:cubicBezTo>
                    <a:pt x="6339" y="2911"/>
                    <a:pt x="6339" y="2911"/>
                    <a:pt x="5805" y="2731"/>
                  </a:cubicBezTo>
                  <a:cubicBezTo>
                    <a:pt x="5594" y="2649"/>
                    <a:pt x="5477" y="2423"/>
                    <a:pt x="5544" y="2212"/>
                  </a:cubicBezTo>
                  <a:cubicBezTo>
                    <a:pt x="5609" y="2045"/>
                    <a:pt x="5765" y="1926"/>
                    <a:pt x="5933" y="1926"/>
                  </a:cubicBezTo>
                  <a:close/>
                  <a:moveTo>
                    <a:pt x="2490" y="1764"/>
                  </a:moveTo>
                  <a:cubicBezTo>
                    <a:pt x="2532" y="1764"/>
                    <a:pt x="2575" y="1771"/>
                    <a:pt x="2618" y="1787"/>
                  </a:cubicBezTo>
                  <a:cubicBezTo>
                    <a:pt x="2844" y="1853"/>
                    <a:pt x="2961" y="2099"/>
                    <a:pt x="2879" y="2310"/>
                  </a:cubicBezTo>
                  <a:lnTo>
                    <a:pt x="2715" y="2797"/>
                  </a:lnTo>
                  <a:cubicBezTo>
                    <a:pt x="2662" y="2967"/>
                    <a:pt x="2504" y="3074"/>
                    <a:pt x="2326" y="3074"/>
                  </a:cubicBezTo>
                  <a:cubicBezTo>
                    <a:pt x="2284" y="3074"/>
                    <a:pt x="2240" y="3068"/>
                    <a:pt x="2196" y="3055"/>
                  </a:cubicBezTo>
                  <a:cubicBezTo>
                    <a:pt x="1986" y="2992"/>
                    <a:pt x="1869" y="2747"/>
                    <a:pt x="1935" y="2536"/>
                  </a:cubicBezTo>
                  <a:lnTo>
                    <a:pt x="2099" y="2048"/>
                  </a:lnTo>
                  <a:cubicBezTo>
                    <a:pt x="2164" y="1880"/>
                    <a:pt x="2322" y="1764"/>
                    <a:pt x="2490" y="1764"/>
                  </a:cubicBezTo>
                  <a:close/>
                  <a:moveTo>
                    <a:pt x="6852" y="3665"/>
                  </a:moveTo>
                  <a:cubicBezTo>
                    <a:pt x="7005" y="3665"/>
                    <a:pt x="7148" y="3747"/>
                    <a:pt x="7217" y="3886"/>
                  </a:cubicBezTo>
                  <a:lnTo>
                    <a:pt x="7447" y="4358"/>
                  </a:lnTo>
                  <a:cubicBezTo>
                    <a:pt x="7560" y="4553"/>
                    <a:pt x="7463" y="4810"/>
                    <a:pt x="7268" y="4908"/>
                  </a:cubicBezTo>
                  <a:cubicBezTo>
                    <a:pt x="7206" y="4936"/>
                    <a:pt x="7142" y="4950"/>
                    <a:pt x="7079" y="4950"/>
                  </a:cubicBezTo>
                  <a:cubicBezTo>
                    <a:pt x="6926" y="4950"/>
                    <a:pt x="6783" y="4870"/>
                    <a:pt x="6714" y="4732"/>
                  </a:cubicBezTo>
                  <a:lnTo>
                    <a:pt x="6488" y="4260"/>
                  </a:lnTo>
                  <a:cubicBezTo>
                    <a:pt x="6374" y="4050"/>
                    <a:pt x="6472" y="3804"/>
                    <a:pt x="6667" y="3706"/>
                  </a:cubicBezTo>
                  <a:cubicBezTo>
                    <a:pt x="6728" y="3678"/>
                    <a:pt x="6791" y="3665"/>
                    <a:pt x="6852" y="3665"/>
                  </a:cubicBezTo>
                  <a:close/>
                  <a:moveTo>
                    <a:pt x="1513" y="3665"/>
                  </a:moveTo>
                  <a:cubicBezTo>
                    <a:pt x="1666" y="3665"/>
                    <a:pt x="1819" y="3747"/>
                    <a:pt x="1888" y="3886"/>
                  </a:cubicBezTo>
                  <a:lnTo>
                    <a:pt x="2114" y="4358"/>
                  </a:lnTo>
                  <a:cubicBezTo>
                    <a:pt x="2259" y="4635"/>
                    <a:pt x="2048" y="4959"/>
                    <a:pt x="1756" y="4959"/>
                  </a:cubicBezTo>
                  <a:cubicBezTo>
                    <a:pt x="1596" y="4959"/>
                    <a:pt x="1447" y="4861"/>
                    <a:pt x="1381" y="4732"/>
                  </a:cubicBezTo>
                  <a:lnTo>
                    <a:pt x="1155" y="4260"/>
                  </a:lnTo>
                  <a:cubicBezTo>
                    <a:pt x="1042" y="4050"/>
                    <a:pt x="1124" y="3804"/>
                    <a:pt x="1334" y="3706"/>
                  </a:cubicBezTo>
                  <a:cubicBezTo>
                    <a:pt x="1390" y="3678"/>
                    <a:pt x="1452" y="3665"/>
                    <a:pt x="1513" y="3665"/>
                  </a:cubicBezTo>
                  <a:close/>
                  <a:moveTo>
                    <a:pt x="4291" y="3024"/>
                  </a:moveTo>
                  <a:cubicBezTo>
                    <a:pt x="5009" y="3024"/>
                    <a:pt x="5594" y="3593"/>
                    <a:pt x="5594" y="4307"/>
                  </a:cubicBezTo>
                  <a:cubicBezTo>
                    <a:pt x="5594" y="5025"/>
                    <a:pt x="5009" y="5591"/>
                    <a:pt x="4291" y="5591"/>
                  </a:cubicBezTo>
                  <a:cubicBezTo>
                    <a:pt x="3593" y="5591"/>
                    <a:pt x="3008" y="5025"/>
                    <a:pt x="3008" y="4307"/>
                  </a:cubicBezTo>
                  <a:cubicBezTo>
                    <a:pt x="3008" y="3593"/>
                    <a:pt x="3593" y="3024"/>
                    <a:pt x="4291" y="3024"/>
                  </a:cubicBezTo>
                  <a:close/>
                  <a:moveTo>
                    <a:pt x="2162" y="5698"/>
                  </a:moveTo>
                  <a:cubicBezTo>
                    <a:pt x="2206" y="5698"/>
                    <a:pt x="2250" y="5706"/>
                    <a:pt x="2294" y="5723"/>
                  </a:cubicBezTo>
                  <a:lnTo>
                    <a:pt x="2797" y="5883"/>
                  </a:lnTo>
                  <a:cubicBezTo>
                    <a:pt x="3008" y="5950"/>
                    <a:pt x="3121" y="6195"/>
                    <a:pt x="3059" y="6406"/>
                  </a:cubicBezTo>
                  <a:cubicBezTo>
                    <a:pt x="2992" y="6576"/>
                    <a:pt x="2830" y="6682"/>
                    <a:pt x="2659" y="6682"/>
                  </a:cubicBezTo>
                  <a:cubicBezTo>
                    <a:pt x="2618" y="6682"/>
                    <a:pt x="2576" y="6676"/>
                    <a:pt x="2536" y="6663"/>
                  </a:cubicBezTo>
                  <a:lnTo>
                    <a:pt x="2033" y="6504"/>
                  </a:lnTo>
                  <a:cubicBezTo>
                    <a:pt x="1822" y="6422"/>
                    <a:pt x="1709" y="6195"/>
                    <a:pt x="1771" y="5981"/>
                  </a:cubicBezTo>
                  <a:cubicBezTo>
                    <a:pt x="1836" y="5814"/>
                    <a:pt x="1994" y="5698"/>
                    <a:pt x="2162" y="5698"/>
                  </a:cubicBezTo>
                  <a:close/>
                  <a:moveTo>
                    <a:pt x="6268" y="5535"/>
                  </a:moveTo>
                  <a:cubicBezTo>
                    <a:pt x="6313" y="5535"/>
                    <a:pt x="6359" y="5543"/>
                    <a:pt x="6406" y="5559"/>
                  </a:cubicBezTo>
                  <a:cubicBezTo>
                    <a:pt x="6616" y="5626"/>
                    <a:pt x="6729" y="5868"/>
                    <a:pt x="6667" y="6078"/>
                  </a:cubicBezTo>
                  <a:lnTo>
                    <a:pt x="6488" y="6566"/>
                  </a:lnTo>
                  <a:cubicBezTo>
                    <a:pt x="6437" y="6745"/>
                    <a:pt x="6277" y="6843"/>
                    <a:pt x="6098" y="6843"/>
                  </a:cubicBezTo>
                  <a:cubicBezTo>
                    <a:pt x="5821" y="6843"/>
                    <a:pt x="5625" y="6585"/>
                    <a:pt x="5707" y="6308"/>
                  </a:cubicBezTo>
                  <a:lnTo>
                    <a:pt x="5867" y="5821"/>
                  </a:lnTo>
                  <a:cubicBezTo>
                    <a:pt x="5933" y="5653"/>
                    <a:pt x="6092" y="5535"/>
                    <a:pt x="6268" y="5535"/>
                  </a:cubicBezTo>
                  <a:close/>
                  <a:moveTo>
                    <a:pt x="4527" y="6446"/>
                  </a:moveTo>
                  <a:cubicBezTo>
                    <a:pt x="4680" y="6446"/>
                    <a:pt x="4823" y="6530"/>
                    <a:pt x="4892" y="6683"/>
                  </a:cubicBezTo>
                  <a:cubicBezTo>
                    <a:pt x="5009" y="6878"/>
                    <a:pt x="4927" y="7120"/>
                    <a:pt x="4717" y="7233"/>
                  </a:cubicBezTo>
                  <a:lnTo>
                    <a:pt x="4244" y="7463"/>
                  </a:lnTo>
                  <a:cubicBezTo>
                    <a:pt x="4189" y="7491"/>
                    <a:pt x="4130" y="7504"/>
                    <a:pt x="4071" y="7504"/>
                  </a:cubicBezTo>
                  <a:cubicBezTo>
                    <a:pt x="3922" y="7504"/>
                    <a:pt x="3776" y="7419"/>
                    <a:pt x="3706" y="7268"/>
                  </a:cubicBezTo>
                  <a:cubicBezTo>
                    <a:pt x="3593" y="7073"/>
                    <a:pt x="3675" y="6827"/>
                    <a:pt x="3886" y="6714"/>
                  </a:cubicBezTo>
                  <a:lnTo>
                    <a:pt x="4342" y="6488"/>
                  </a:lnTo>
                  <a:cubicBezTo>
                    <a:pt x="4402" y="6460"/>
                    <a:pt x="4465" y="6446"/>
                    <a:pt x="4527" y="6446"/>
                  </a:cubicBezTo>
                  <a:close/>
                  <a:moveTo>
                    <a:pt x="4291" y="0"/>
                  </a:moveTo>
                  <a:cubicBezTo>
                    <a:pt x="1919" y="0"/>
                    <a:pt x="0" y="1935"/>
                    <a:pt x="0" y="4307"/>
                  </a:cubicBezTo>
                  <a:cubicBezTo>
                    <a:pt x="0" y="6683"/>
                    <a:pt x="1919" y="8614"/>
                    <a:pt x="4291" y="8614"/>
                  </a:cubicBezTo>
                  <a:cubicBezTo>
                    <a:pt x="6683" y="8614"/>
                    <a:pt x="8598" y="6683"/>
                    <a:pt x="8598" y="4307"/>
                  </a:cubicBezTo>
                  <a:cubicBezTo>
                    <a:pt x="8598" y="1935"/>
                    <a:pt x="6683" y="0"/>
                    <a:pt x="4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3155750" y="2381875"/>
              <a:ext cx="215075" cy="114375"/>
            </a:xfrm>
            <a:custGeom>
              <a:avLst/>
              <a:gdLst/>
              <a:ahLst/>
              <a:cxnLst/>
              <a:rect l="l" t="t" r="r" b="b"/>
              <a:pathLst>
                <a:path w="8603" h="4575" extrusionOk="0">
                  <a:moveTo>
                    <a:pt x="800" y="1"/>
                  </a:moveTo>
                  <a:cubicBezTo>
                    <a:pt x="472" y="1"/>
                    <a:pt x="328" y="258"/>
                    <a:pt x="0" y="570"/>
                  </a:cubicBezTo>
                  <a:cubicBezTo>
                    <a:pt x="154" y="2807"/>
                    <a:pt x="2032" y="4574"/>
                    <a:pt x="4286" y="4574"/>
                  </a:cubicBezTo>
                  <a:cubicBezTo>
                    <a:pt x="4438" y="4574"/>
                    <a:pt x="4592" y="4566"/>
                    <a:pt x="4748" y="4549"/>
                  </a:cubicBezTo>
                  <a:cubicBezTo>
                    <a:pt x="5189" y="2650"/>
                    <a:pt x="6683" y="1155"/>
                    <a:pt x="8583" y="699"/>
                  </a:cubicBezTo>
                  <a:cubicBezTo>
                    <a:pt x="8602" y="648"/>
                    <a:pt x="8602" y="617"/>
                    <a:pt x="8602" y="570"/>
                  </a:cubicBezTo>
                  <a:cubicBezTo>
                    <a:pt x="8274" y="258"/>
                    <a:pt x="8130" y="1"/>
                    <a:pt x="7822" y="1"/>
                  </a:cubicBezTo>
                  <a:cubicBezTo>
                    <a:pt x="7592" y="1"/>
                    <a:pt x="7463" y="114"/>
                    <a:pt x="7237" y="356"/>
                  </a:cubicBezTo>
                  <a:cubicBezTo>
                    <a:pt x="6991" y="617"/>
                    <a:pt x="6651" y="960"/>
                    <a:pt x="6066" y="960"/>
                  </a:cubicBezTo>
                  <a:cubicBezTo>
                    <a:pt x="5805" y="960"/>
                    <a:pt x="5610" y="894"/>
                    <a:pt x="5430" y="812"/>
                  </a:cubicBezTo>
                  <a:cubicBezTo>
                    <a:pt x="5220" y="1233"/>
                    <a:pt x="4779" y="1526"/>
                    <a:pt x="4276" y="1526"/>
                  </a:cubicBezTo>
                  <a:cubicBezTo>
                    <a:pt x="3772" y="1526"/>
                    <a:pt x="3351" y="1253"/>
                    <a:pt x="3121" y="828"/>
                  </a:cubicBezTo>
                  <a:cubicBezTo>
                    <a:pt x="2961" y="910"/>
                    <a:pt x="2782" y="960"/>
                    <a:pt x="2555" y="960"/>
                  </a:cubicBezTo>
                  <a:cubicBezTo>
                    <a:pt x="1951" y="960"/>
                    <a:pt x="1627" y="617"/>
                    <a:pt x="1385" y="356"/>
                  </a:cubicBezTo>
                  <a:cubicBezTo>
                    <a:pt x="1155" y="114"/>
                    <a:pt x="1026" y="1"/>
                    <a:pt x="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0" name="Google Shape;1150;p49"/>
          <p:cNvGrpSpPr/>
          <p:nvPr/>
        </p:nvGrpSpPr>
        <p:grpSpPr>
          <a:xfrm rot="-1888838">
            <a:off x="5585597" y="4472157"/>
            <a:ext cx="352393" cy="262095"/>
            <a:chOff x="3155350" y="2966650"/>
            <a:chExt cx="352400" cy="262100"/>
          </a:xfrm>
        </p:grpSpPr>
        <p:sp>
          <p:nvSpPr>
            <p:cNvPr id="1151" name="Google Shape;1151;p49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" name="Google Shape;1473;p61"/>
          <p:cNvSpPr txBox="1">
            <a:spLocks noGrp="1"/>
          </p:cNvSpPr>
          <p:nvPr>
            <p:ph type="title"/>
          </p:nvPr>
        </p:nvSpPr>
        <p:spPr>
          <a:xfrm>
            <a:off x="729762" y="1063005"/>
            <a:ext cx="4638338" cy="4591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Data preproocessing  </a:t>
            </a:r>
            <a:r>
              <a:rPr lang="en" sz="2800" dirty="0">
                <a:solidFill>
                  <a:schemeClr val="lt1"/>
                </a:solidFill>
              </a:rPr>
              <a:t>Steps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34" name="Google Shape;1139;p49"/>
          <p:cNvSpPr txBox="1">
            <a:spLocks/>
          </p:cNvSpPr>
          <p:nvPr/>
        </p:nvSpPr>
        <p:spPr>
          <a:xfrm>
            <a:off x="373979" y="1289251"/>
            <a:ext cx="4742565" cy="332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ctor"/>
              <a:buNone/>
              <a:defRPr sz="30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" sz="2400" dirty="0"/>
              <a:t>At last, we had to make sure that data is consistent and well framed so that it can used in the analysis.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830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5000" b="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47162" y="-753341"/>
            <a:ext cx="2649682" cy="91440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431" y="3949458"/>
            <a:ext cx="182896" cy="1828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887" y="4221966"/>
            <a:ext cx="182896" cy="1828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5" y="4834840"/>
            <a:ext cx="176799" cy="1767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800" y="4762000"/>
            <a:ext cx="176799" cy="17679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48" y="4793855"/>
            <a:ext cx="170703" cy="1707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207" y="4640649"/>
            <a:ext cx="414564" cy="32921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84" y="4762000"/>
            <a:ext cx="176799" cy="1767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4" y="4597974"/>
            <a:ext cx="347502" cy="37188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01" y="2802442"/>
            <a:ext cx="176799" cy="17679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95" y="4068562"/>
            <a:ext cx="182896" cy="182896"/>
          </a:xfrm>
          <a:prstGeom prst="rect">
            <a:avLst/>
          </a:prstGeom>
        </p:spPr>
      </p:pic>
      <p:sp>
        <p:nvSpPr>
          <p:cNvPr id="15" name="Google Shape;1366;p56"/>
          <p:cNvSpPr txBox="1">
            <a:spLocks/>
          </p:cNvSpPr>
          <p:nvPr/>
        </p:nvSpPr>
        <p:spPr>
          <a:xfrm>
            <a:off x="2" y="3171069"/>
            <a:ext cx="77109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3600" dirty="0"/>
              <a:t>PHASE 5: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3600" dirty="0">
                <a:solidFill>
                  <a:schemeClr val="lt1"/>
                </a:solidFill>
              </a:rPr>
              <a:t>Expectation VS Real</a:t>
            </a:r>
          </a:p>
        </p:txBody>
      </p:sp>
    </p:spTree>
    <p:extLst>
      <p:ext uri="{BB962C8B-B14F-4D97-AF65-F5344CB8AC3E}">
        <p14:creationId xmlns:p14="http://schemas.microsoft.com/office/powerpoint/2010/main" val="10065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Google Shape;1048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110" t="9606" r="-2109" b="6423"/>
          <a:stretch/>
        </p:blipFill>
        <p:spPr>
          <a:xfrm>
            <a:off x="380900" y="910825"/>
            <a:ext cx="3109974" cy="3917126"/>
          </a:xfrm>
          <a:prstGeom prst="rect">
            <a:avLst/>
          </a:prstGeom>
        </p:spPr>
      </p:pic>
      <p:grpSp>
        <p:nvGrpSpPr>
          <p:cNvPr id="1049" name="Google Shape;1049;p48"/>
          <p:cNvGrpSpPr/>
          <p:nvPr/>
        </p:nvGrpSpPr>
        <p:grpSpPr>
          <a:xfrm>
            <a:off x="58" y="580797"/>
            <a:ext cx="3889730" cy="4571221"/>
            <a:chOff x="1617475" y="3505950"/>
            <a:chExt cx="420625" cy="494325"/>
          </a:xfrm>
        </p:grpSpPr>
        <p:sp>
          <p:nvSpPr>
            <p:cNvPr id="1050" name="Google Shape;1050;p48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8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8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8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8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8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2" name="Google Shape;1062;p48"/>
          <p:cNvSpPr/>
          <p:nvPr/>
        </p:nvSpPr>
        <p:spPr>
          <a:xfrm>
            <a:off x="3354332" y="17792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3" name="Google Shape;1063;p48"/>
          <p:cNvSpPr/>
          <p:nvPr/>
        </p:nvSpPr>
        <p:spPr>
          <a:xfrm>
            <a:off x="3330288" y="276926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4" name="Google Shape;1064;p48"/>
          <p:cNvSpPr/>
          <p:nvPr/>
        </p:nvSpPr>
        <p:spPr>
          <a:xfrm>
            <a:off x="3356123" y="3743490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5" name="Google Shape;1065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Part 1:  </a:t>
            </a:r>
            <a:r>
              <a:rPr lang="en" dirty="0">
                <a:solidFill>
                  <a:schemeClr val="lt1"/>
                </a:solidFill>
              </a:rPr>
              <a:t>Expectation vs Real</a:t>
            </a:r>
            <a:endParaRPr dirty="0"/>
          </a:p>
        </p:txBody>
      </p:sp>
      <p:sp>
        <p:nvSpPr>
          <p:cNvPr id="1067" name="Google Shape;1067;p48"/>
          <p:cNvSpPr txBox="1">
            <a:spLocks noGrp="1"/>
          </p:cNvSpPr>
          <p:nvPr>
            <p:ph type="title" idx="4294967295"/>
          </p:nvPr>
        </p:nvSpPr>
        <p:spPr>
          <a:xfrm>
            <a:off x="3900688" y="2114924"/>
            <a:ext cx="4995587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Total number of answered surveys is 527</a:t>
            </a:r>
            <a:endParaRPr sz="2400" dirty="0"/>
          </a:p>
        </p:txBody>
      </p:sp>
      <p:sp>
        <p:nvSpPr>
          <p:cNvPr id="1069" name="Google Shape;1069;p48"/>
          <p:cNvSpPr txBox="1">
            <a:spLocks noGrp="1"/>
          </p:cNvSpPr>
          <p:nvPr>
            <p:ph type="title" idx="4294967295"/>
          </p:nvPr>
        </p:nvSpPr>
        <p:spPr>
          <a:xfrm>
            <a:off x="3900688" y="4077742"/>
            <a:ext cx="5010427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Total number of non answered surveys is nearly 150 - 200</a:t>
            </a:r>
            <a:endParaRPr sz="2400" dirty="0"/>
          </a:p>
        </p:txBody>
      </p:sp>
      <p:sp>
        <p:nvSpPr>
          <p:cNvPr id="1071" name="Google Shape;1071;p48"/>
          <p:cNvSpPr txBox="1">
            <a:spLocks noGrp="1"/>
          </p:cNvSpPr>
          <p:nvPr>
            <p:ph type="title" idx="4294967295"/>
          </p:nvPr>
        </p:nvSpPr>
        <p:spPr>
          <a:xfrm>
            <a:off x="3871716" y="3102180"/>
            <a:ext cx="5291465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Total number of responses taken in consideration is 300</a:t>
            </a:r>
            <a:endParaRPr sz="2400" dirty="0"/>
          </a:p>
        </p:txBody>
      </p:sp>
      <p:sp>
        <p:nvSpPr>
          <p:cNvPr id="1078" name="Google Shape;1078;p48"/>
          <p:cNvSpPr/>
          <p:nvPr/>
        </p:nvSpPr>
        <p:spPr>
          <a:xfrm flipH="1">
            <a:off x="325313" y="41117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48"/>
          <p:cNvSpPr/>
          <p:nvPr/>
        </p:nvSpPr>
        <p:spPr>
          <a:xfrm flipH="1">
            <a:off x="370000" y="46851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48"/>
          <p:cNvSpPr/>
          <p:nvPr/>
        </p:nvSpPr>
        <p:spPr>
          <a:xfrm flipH="1">
            <a:off x="796750" y="45708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1" name="Google Shape;1081;p48"/>
          <p:cNvGrpSpPr/>
          <p:nvPr/>
        </p:nvGrpSpPr>
        <p:grpSpPr>
          <a:xfrm rot="1306233">
            <a:off x="440012" y="636886"/>
            <a:ext cx="356884" cy="283907"/>
            <a:chOff x="3655575" y="2314625"/>
            <a:chExt cx="356875" cy="283900"/>
          </a:xfrm>
        </p:grpSpPr>
        <p:sp>
          <p:nvSpPr>
            <p:cNvPr id="1082" name="Google Shape;1082;p48"/>
            <p:cNvSpPr/>
            <p:nvPr/>
          </p:nvSpPr>
          <p:spPr>
            <a:xfrm>
              <a:off x="3655575" y="2521650"/>
              <a:ext cx="356875" cy="76875"/>
            </a:xfrm>
            <a:custGeom>
              <a:avLst/>
              <a:gdLst/>
              <a:ahLst/>
              <a:cxnLst/>
              <a:rect l="l" t="t" r="r" b="b"/>
              <a:pathLst>
                <a:path w="14275" h="3075" extrusionOk="0">
                  <a:moveTo>
                    <a:pt x="539" y="0"/>
                  </a:moveTo>
                  <a:cubicBezTo>
                    <a:pt x="215" y="0"/>
                    <a:pt x="0" y="375"/>
                    <a:pt x="195" y="636"/>
                  </a:cubicBezTo>
                  <a:cubicBezTo>
                    <a:pt x="231" y="698"/>
                    <a:pt x="1237" y="2196"/>
                    <a:pt x="3414" y="2196"/>
                  </a:cubicBezTo>
                  <a:lnTo>
                    <a:pt x="4034" y="2196"/>
                  </a:lnTo>
                  <a:lnTo>
                    <a:pt x="4358" y="2844"/>
                  </a:lnTo>
                  <a:cubicBezTo>
                    <a:pt x="4424" y="2992"/>
                    <a:pt x="4569" y="3074"/>
                    <a:pt x="4732" y="3074"/>
                  </a:cubicBezTo>
                  <a:lnTo>
                    <a:pt x="9558" y="3074"/>
                  </a:lnTo>
                  <a:cubicBezTo>
                    <a:pt x="9706" y="3074"/>
                    <a:pt x="9851" y="2992"/>
                    <a:pt x="9917" y="2844"/>
                  </a:cubicBezTo>
                  <a:lnTo>
                    <a:pt x="10241" y="2196"/>
                  </a:lnTo>
                  <a:lnTo>
                    <a:pt x="10877" y="2196"/>
                  </a:lnTo>
                  <a:cubicBezTo>
                    <a:pt x="13038" y="2196"/>
                    <a:pt x="14044" y="698"/>
                    <a:pt x="14095" y="636"/>
                  </a:cubicBezTo>
                  <a:cubicBezTo>
                    <a:pt x="14275" y="375"/>
                    <a:pt x="14080" y="0"/>
                    <a:pt x="13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8"/>
            <p:cNvSpPr/>
            <p:nvPr/>
          </p:nvSpPr>
          <p:spPr>
            <a:xfrm>
              <a:off x="3834050" y="2435425"/>
              <a:ext cx="120675" cy="65950"/>
            </a:xfrm>
            <a:custGeom>
              <a:avLst/>
              <a:gdLst/>
              <a:ahLst/>
              <a:cxnLst/>
              <a:rect l="l" t="t" r="r" b="b"/>
              <a:pathLst>
                <a:path w="4827" h="2638" extrusionOk="0">
                  <a:moveTo>
                    <a:pt x="2415" y="0"/>
                  </a:moveTo>
                  <a:cubicBezTo>
                    <a:pt x="2161" y="0"/>
                    <a:pt x="1908" y="110"/>
                    <a:pt x="1736" y="328"/>
                  </a:cubicBezTo>
                  <a:cubicBezTo>
                    <a:pt x="1604" y="256"/>
                    <a:pt x="1463" y="222"/>
                    <a:pt x="1324" y="222"/>
                  </a:cubicBezTo>
                  <a:cubicBezTo>
                    <a:pt x="902" y="222"/>
                    <a:pt x="503" y="531"/>
                    <a:pt x="453" y="995"/>
                  </a:cubicBezTo>
                  <a:cubicBezTo>
                    <a:pt x="176" y="1140"/>
                    <a:pt x="0" y="1417"/>
                    <a:pt x="0" y="1760"/>
                  </a:cubicBezTo>
                  <a:cubicBezTo>
                    <a:pt x="0" y="2232"/>
                    <a:pt x="391" y="2638"/>
                    <a:pt x="878" y="2638"/>
                  </a:cubicBezTo>
                  <a:lnTo>
                    <a:pt x="3948" y="2638"/>
                  </a:lnTo>
                  <a:cubicBezTo>
                    <a:pt x="4436" y="2638"/>
                    <a:pt x="4826" y="2232"/>
                    <a:pt x="4826" y="1760"/>
                  </a:cubicBezTo>
                  <a:cubicBezTo>
                    <a:pt x="4826" y="1417"/>
                    <a:pt x="4647" y="1140"/>
                    <a:pt x="4389" y="995"/>
                  </a:cubicBezTo>
                  <a:cubicBezTo>
                    <a:pt x="4328" y="531"/>
                    <a:pt x="3935" y="222"/>
                    <a:pt x="3514" y="222"/>
                  </a:cubicBezTo>
                  <a:cubicBezTo>
                    <a:pt x="3376" y="222"/>
                    <a:pt x="3235" y="256"/>
                    <a:pt x="3102" y="328"/>
                  </a:cubicBezTo>
                  <a:cubicBezTo>
                    <a:pt x="2924" y="110"/>
                    <a:pt x="2669" y="0"/>
                    <a:pt x="2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8"/>
            <p:cNvSpPr/>
            <p:nvPr/>
          </p:nvSpPr>
          <p:spPr>
            <a:xfrm>
              <a:off x="3774275" y="2375650"/>
              <a:ext cx="119475" cy="60275"/>
            </a:xfrm>
            <a:custGeom>
              <a:avLst/>
              <a:gdLst/>
              <a:ahLst/>
              <a:cxnLst/>
              <a:rect l="l" t="t" r="r" b="b"/>
              <a:pathLst>
                <a:path w="4779" h="2411" extrusionOk="0">
                  <a:moveTo>
                    <a:pt x="2396" y="1"/>
                  </a:moveTo>
                  <a:cubicBezTo>
                    <a:pt x="2142" y="1"/>
                    <a:pt x="1886" y="111"/>
                    <a:pt x="1709" y="332"/>
                  </a:cubicBezTo>
                  <a:cubicBezTo>
                    <a:pt x="1575" y="259"/>
                    <a:pt x="1433" y="225"/>
                    <a:pt x="1294" y="225"/>
                  </a:cubicBezTo>
                  <a:cubicBezTo>
                    <a:pt x="875" y="225"/>
                    <a:pt x="483" y="532"/>
                    <a:pt x="421" y="995"/>
                  </a:cubicBezTo>
                  <a:cubicBezTo>
                    <a:pt x="211" y="1112"/>
                    <a:pt x="51" y="1323"/>
                    <a:pt x="0" y="1564"/>
                  </a:cubicBezTo>
                  <a:cubicBezTo>
                    <a:pt x="308" y="1564"/>
                    <a:pt x="585" y="1646"/>
                    <a:pt x="847" y="1795"/>
                  </a:cubicBezTo>
                  <a:cubicBezTo>
                    <a:pt x="922" y="1784"/>
                    <a:pt x="998" y="1779"/>
                    <a:pt x="1073" y="1779"/>
                  </a:cubicBezTo>
                  <a:cubicBezTo>
                    <a:pt x="1580" y="1779"/>
                    <a:pt x="2065" y="2014"/>
                    <a:pt x="2391" y="2411"/>
                  </a:cubicBezTo>
                  <a:cubicBezTo>
                    <a:pt x="2714" y="2014"/>
                    <a:pt x="3199" y="1779"/>
                    <a:pt x="3719" y="1779"/>
                  </a:cubicBezTo>
                  <a:cubicBezTo>
                    <a:pt x="3796" y="1779"/>
                    <a:pt x="3874" y="1784"/>
                    <a:pt x="3952" y="1795"/>
                  </a:cubicBezTo>
                  <a:cubicBezTo>
                    <a:pt x="4194" y="1646"/>
                    <a:pt x="4486" y="1564"/>
                    <a:pt x="4779" y="1564"/>
                  </a:cubicBezTo>
                  <a:cubicBezTo>
                    <a:pt x="4732" y="1323"/>
                    <a:pt x="4568" y="1112"/>
                    <a:pt x="4358" y="995"/>
                  </a:cubicBezTo>
                  <a:cubicBezTo>
                    <a:pt x="4308" y="532"/>
                    <a:pt x="3919" y="225"/>
                    <a:pt x="3496" y="225"/>
                  </a:cubicBezTo>
                  <a:cubicBezTo>
                    <a:pt x="3355" y="225"/>
                    <a:pt x="3211" y="259"/>
                    <a:pt x="3074" y="332"/>
                  </a:cubicBezTo>
                  <a:cubicBezTo>
                    <a:pt x="2903" y="111"/>
                    <a:pt x="2650" y="1"/>
                    <a:pt x="2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8"/>
            <p:cNvSpPr/>
            <p:nvPr/>
          </p:nvSpPr>
          <p:spPr>
            <a:xfrm>
              <a:off x="3713300" y="2435425"/>
              <a:ext cx="108100" cy="65950"/>
            </a:xfrm>
            <a:custGeom>
              <a:avLst/>
              <a:gdLst/>
              <a:ahLst/>
              <a:cxnLst/>
              <a:rect l="l" t="t" r="r" b="b"/>
              <a:pathLst>
                <a:path w="4324" h="2638" extrusionOk="0">
                  <a:moveTo>
                    <a:pt x="2423" y="0"/>
                  </a:moveTo>
                  <a:cubicBezTo>
                    <a:pt x="2172" y="0"/>
                    <a:pt x="1920" y="110"/>
                    <a:pt x="1741" y="328"/>
                  </a:cubicBezTo>
                  <a:cubicBezTo>
                    <a:pt x="1607" y="256"/>
                    <a:pt x="1465" y="222"/>
                    <a:pt x="1326" y="222"/>
                  </a:cubicBezTo>
                  <a:cubicBezTo>
                    <a:pt x="902" y="222"/>
                    <a:pt x="504" y="531"/>
                    <a:pt x="457" y="995"/>
                  </a:cubicBezTo>
                  <a:cubicBezTo>
                    <a:pt x="180" y="1140"/>
                    <a:pt x="1" y="1417"/>
                    <a:pt x="1" y="1760"/>
                  </a:cubicBezTo>
                  <a:cubicBezTo>
                    <a:pt x="1" y="2232"/>
                    <a:pt x="391" y="2638"/>
                    <a:pt x="879" y="2638"/>
                  </a:cubicBezTo>
                  <a:lnTo>
                    <a:pt x="3953" y="2638"/>
                  </a:lnTo>
                  <a:cubicBezTo>
                    <a:pt x="4050" y="2638"/>
                    <a:pt x="4148" y="2622"/>
                    <a:pt x="4226" y="2587"/>
                  </a:cubicBezTo>
                  <a:cubicBezTo>
                    <a:pt x="3902" y="2002"/>
                    <a:pt x="3953" y="1303"/>
                    <a:pt x="4323" y="769"/>
                  </a:cubicBezTo>
                  <a:cubicBezTo>
                    <a:pt x="4185" y="424"/>
                    <a:pt x="3862" y="216"/>
                    <a:pt x="3523" y="216"/>
                  </a:cubicBezTo>
                  <a:cubicBezTo>
                    <a:pt x="3383" y="216"/>
                    <a:pt x="3240" y="252"/>
                    <a:pt x="3106" y="328"/>
                  </a:cubicBezTo>
                  <a:cubicBezTo>
                    <a:pt x="2927" y="110"/>
                    <a:pt x="2675" y="0"/>
                    <a:pt x="2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3886800" y="2314625"/>
              <a:ext cx="52500" cy="71275"/>
            </a:xfrm>
            <a:custGeom>
              <a:avLst/>
              <a:gdLst/>
              <a:ahLst/>
              <a:cxnLst/>
              <a:rect l="l" t="t" r="r" b="b"/>
              <a:pathLst>
                <a:path w="2100" h="2851" extrusionOk="0">
                  <a:moveTo>
                    <a:pt x="1613" y="1"/>
                  </a:moveTo>
                  <a:cubicBezTo>
                    <a:pt x="1482" y="1"/>
                    <a:pt x="1351" y="65"/>
                    <a:pt x="1269" y="186"/>
                  </a:cubicBezTo>
                  <a:lnTo>
                    <a:pt x="1" y="2168"/>
                  </a:lnTo>
                  <a:cubicBezTo>
                    <a:pt x="231" y="2347"/>
                    <a:pt x="426" y="2578"/>
                    <a:pt x="539" y="2851"/>
                  </a:cubicBezTo>
                  <a:lnTo>
                    <a:pt x="1967" y="643"/>
                  </a:lnTo>
                  <a:cubicBezTo>
                    <a:pt x="2100" y="448"/>
                    <a:pt x="2033" y="186"/>
                    <a:pt x="1838" y="73"/>
                  </a:cubicBezTo>
                  <a:cubicBezTo>
                    <a:pt x="1771" y="24"/>
                    <a:pt x="1692" y="1"/>
                    <a:pt x="16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8"/>
            <p:cNvSpPr/>
            <p:nvPr/>
          </p:nvSpPr>
          <p:spPr>
            <a:xfrm>
              <a:off x="3909625" y="2347450"/>
              <a:ext cx="78825" cy="72200"/>
            </a:xfrm>
            <a:custGeom>
              <a:avLst/>
              <a:gdLst/>
              <a:ahLst/>
              <a:cxnLst/>
              <a:rect l="l" t="t" r="r" b="b"/>
              <a:pathLst>
                <a:path w="3153" h="2888" extrusionOk="0">
                  <a:moveTo>
                    <a:pt x="2680" y="0"/>
                  </a:moveTo>
                  <a:cubicBezTo>
                    <a:pt x="2589" y="0"/>
                    <a:pt x="2497" y="31"/>
                    <a:pt x="2420" y="94"/>
                  </a:cubicBezTo>
                  <a:lnTo>
                    <a:pt x="1" y="2045"/>
                  </a:lnTo>
                  <a:cubicBezTo>
                    <a:pt x="145" y="2318"/>
                    <a:pt x="176" y="2513"/>
                    <a:pt x="258" y="2887"/>
                  </a:cubicBezTo>
                  <a:lnTo>
                    <a:pt x="2942" y="742"/>
                  </a:lnTo>
                  <a:cubicBezTo>
                    <a:pt x="3122" y="597"/>
                    <a:pt x="3153" y="336"/>
                    <a:pt x="3005" y="157"/>
                  </a:cubicBezTo>
                  <a:cubicBezTo>
                    <a:pt x="2922" y="54"/>
                    <a:pt x="2802" y="0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8" name="Google Shape;1088;p48"/>
          <p:cNvGrpSpPr/>
          <p:nvPr/>
        </p:nvGrpSpPr>
        <p:grpSpPr>
          <a:xfrm rot="-1061851">
            <a:off x="7897925" y="765874"/>
            <a:ext cx="351134" cy="317383"/>
            <a:chOff x="3658500" y="2938975"/>
            <a:chExt cx="351125" cy="317375"/>
          </a:xfrm>
        </p:grpSpPr>
        <p:sp>
          <p:nvSpPr>
            <p:cNvPr id="1089" name="Google Shape;1089;p48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8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8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8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8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8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8" name="Google Shape;1098;p48"/>
          <p:cNvGrpSpPr/>
          <p:nvPr/>
        </p:nvGrpSpPr>
        <p:grpSpPr>
          <a:xfrm>
            <a:off x="3441101" y="2902699"/>
            <a:ext cx="352400" cy="262100"/>
            <a:chOff x="3155350" y="2966650"/>
            <a:chExt cx="352400" cy="262100"/>
          </a:xfrm>
        </p:grpSpPr>
        <p:sp>
          <p:nvSpPr>
            <p:cNvPr id="1099" name="Google Shape;1099;p48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8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8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8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3" name="Google Shape;1103;p48"/>
          <p:cNvGrpSpPr/>
          <p:nvPr/>
        </p:nvGrpSpPr>
        <p:grpSpPr>
          <a:xfrm>
            <a:off x="3458888" y="1884846"/>
            <a:ext cx="352750" cy="351225"/>
            <a:chOff x="3658500" y="1682800"/>
            <a:chExt cx="352750" cy="351225"/>
          </a:xfrm>
        </p:grpSpPr>
        <p:sp>
          <p:nvSpPr>
            <p:cNvPr id="1104" name="Google Shape;1104;p48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8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8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8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48"/>
          <p:cNvGrpSpPr/>
          <p:nvPr/>
        </p:nvGrpSpPr>
        <p:grpSpPr>
          <a:xfrm>
            <a:off x="3481759" y="3850625"/>
            <a:ext cx="307875" cy="351125"/>
            <a:chOff x="3680075" y="4212600"/>
            <a:chExt cx="307875" cy="351125"/>
          </a:xfrm>
        </p:grpSpPr>
        <p:sp>
          <p:nvSpPr>
            <p:cNvPr id="1109" name="Google Shape;1109;p48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8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8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8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8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8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8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8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Google Shape;1048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110" t="9606" r="-2109" b="6423"/>
          <a:stretch/>
        </p:blipFill>
        <p:spPr>
          <a:xfrm>
            <a:off x="380900" y="910825"/>
            <a:ext cx="3109974" cy="3917126"/>
          </a:xfrm>
          <a:prstGeom prst="rect">
            <a:avLst/>
          </a:prstGeom>
        </p:spPr>
      </p:pic>
      <p:grpSp>
        <p:nvGrpSpPr>
          <p:cNvPr id="1049" name="Google Shape;1049;p48"/>
          <p:cNvGrpSpPr/>
          <p:nvPr/>
        </p:nvGrpSpPr>
        <p:grpSpPr>
          <a:xfrm>
            <a:off x="58" y="580797"/>
            <a:ext cx="3889730" cy="4571221"/>
            <a:chOff x="1617475" y="3505950"/>
            <a:chExt cx="420625" cy="494325"/>
          </a:xfrm>
        </p:grpSpPr>
        <p:sp>
          <p:nvSpPr>
            <p:cNvPr id="1050" name="Google Shape;1050;p48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8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8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8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8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8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2" name="Google Shape;1062;p48"/>
          <p:cNvSpPr/>
          <p:nvPr/>
        </p:nvSpPr>
        <p:spPr>
          <a:xfrm>
            <a:off x="3354332" y="17792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3" name="Google Shape;1063;p48"/>
          <p:cNvSpPr/>
          <p:nvPr/>
        </p:nvSpPr>
        <p:spPr>
          <a:xfrm>
            <a:off x="3330288" y="276926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4" name="Google Shape;1064;p48"/>
          <p:cNvSpPr/>
          <p:nvPr/>
        </p:nvSpPr>
        <p:spPr>
          <a:xfrm>
            <a:off x="3356123" y="3743490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5" name="Google Shape;1065;p4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Part 2:  </a:t>
            </a:r>
            <a:r>
              <a:rPr lang="en" dirty="0">
                <a:solidFill>
                  <a:schemeClr val="lt1"/>
                </a:solidFill>
              </a:rPr>
              <a:t>Model Validation</a:t>
            </a:r>
            <a:endParaRPr dirty="0"/>
          </a:p>
        </p:txBody>
      </p:sp>
      <p:sp>
        <p:nvSpPr>
          <p:cNvPr id="1067" name="Google Shape;1067;p48"/>
          <p:cNvSpPr txBox="1">
            <a:spLocks noGrp="1"/>
          </p:cNvSpPr>
          <p:nvPr>
            <p:ph type="title" idx="4294967295"/>
          </p:nvPr>
        </p:nvSpPr>
        <p:spPr>
          <a:xfrm>
            <a:off x="3900688" y="2114924"/>
            <a:ext cx="5168008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We used SPSS program to measure Cronbach’s alpha for reliability</a:t>
            </a:r>
            <a:endParaRPr sz="2400" dirty="0"/>
          </a:p>
        </p:txBody>
      </p:sp>
      <p:sp>
        <p:nvSpPr>
          <p:cNvPr id="1069" name="Google Shape;1069;p48"/>
          <p:cNvSpPr txBox="1">
            <a:spLocks noGrp="1"/>
          </p:cNvSpPr>
          <p:nvPr>
            <p:ph type="title" idx="4294967295"/>
          </p:nvPr>
        </p:nvSpPr>
        <p:spPr>
          <a:xfrm>
            <a:off x="3900688" y="4077742"/>
            <a:ext cx="5010427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How to solve this problem &amp; increase alpha’s value</a:t>
            </a:r>
            <a:endParaRPr sz="2400" dirty="0"/>
          </a:p>
        </p:txBody>
      </p:sp>
      <p:sp>
        <p:nvSpPr>
          <p:cNvPr id="1071" name="Google Shape;1071;p48"/>
          <p:cNvSpPr txBox="1">
            <a:spLocks noGrp="1"/>
          </p:cNvSpPr>
          <p:nvPr>
            <p:ph type="title" idx="4294967295"/>
          </p:nvPr>
        </p:nvSpPr>
        <p:spPr>
          <a:xfrm>
            <a:off x="3871716" y="3102180"/>
            <a:ext cx="5291465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Cronbach’s alpha for our model is 0.533 </a:t>
            </a:r>
            <a:endParaRPr sz="2400" dirty="0"/>
          </a:p>
        </p:txBody>
      </p:sp>
      <p:sp>
        <p:nvSpPr>
          <p:cNvPr id="1078" name="Google Shape;1078;p48"/>
          <p:cNvSpPr/>
          <p:nvPr/>
        </p:nvSpPr>
        <p:spPr>
          <a:xfrm flipH="1">
            <a:off x="325313" y="41117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48"/>
          <p:cNvSpPr/>
          <p:nvPr/>
        </p:nvSpPr>
        <p:spPr>
          <a:xfrm flipH="1">
            <a:off x="370000" y="46851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48"/>
          <p:cNvSpPr/>
          <p:nvPr/>
        </p:nvSpPr>
        <p:spPr>
          <a:xfrm flipH="1">
            <a:off x="796750" y="45708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1" name="Google Shape;1081;p48"/>
          <p:cNvGrpSpPr/>
          <p:nvPr/>
        </p:nvGrpSpPr>
        <p:grpSpPr>
          <a:xfrm rot="1306233">
            <a:off x="440012" y="636886"/>
            <a:ext cx="356884" cy="283907"/>
            <a:chOff x="3655575" y="2314625"/>
            <a:chExt cx="356875" cy="283900"/>
          </a:xfrm>
        </p:grpSpPr>
        <p:sp>
          <p:nvSpPr>
            <p:cNvPr id="1082" name="Google Shape;1082;p48"/>
            <p:cNvSpPr/>
            <p:nvPr/>
          </p:nvSpPr>
          <p:spPr>
            <a:xfrm>
              <a:off x="3655575" y="2521650"/>
              <a:ext cx="356875" cy="76875"/>
            </a:xfrm>
            <a:custGeom>
              <a:avLst/>
              <a:gdLst/>
              <a:ahLst/>
              <a:cxnLst/>
              <a:rect l="l" t="t" r="r" b="b"/>
              <a:pathLst>
                <a:path w="14275" h="3075" extrusionOk="0">
                  <a:moveTo>
                    <a:pt x="539" y="0"/>
                  </a:moveTo>
                  <a:cubicBezTo>
                    <a:pt x="215" y="0"/>
                    <a:pt x="0" y="375"/>
                    <a:pt x="195" y="636"/>
                  </a:cubicBezTo>
                  <a:cubicBezTo>
                    <a:pt x="231" y="698"/>
                    <a:pt x="1237" y="2196"/>
                    <a:pt x="3414" y="2196"/>
                  </a:cubicBezTo>
                  <a:lnTo>
                    <a:pt x="4034" y="2196"/>
                  </a:lnTo>
                  <a:lnTo>
                    <a:pt x="4358" y="2844"/>
                  </a:lnTo>
                  <a:cubicBezTo>
                    <a:pt x="4424" y="2992"/>
                    <a:pt x="4569" y="3074"/>
                    <a:pt x="4732" y="3074"/>
                  </a:cubicBezTo>
                  <a:lnTo>
                    <a:pt x="9558" y="3074"/>
                  </a:lnTo>
                  <a:cubicBezTo>
                    <a:pt x="9706" y="3074"/>
                    <a:pt x="9851" y="2992"/>
                    <a:pt x="9917" y="2844"/>
                  </a:cubicBezTo>
                  <a:lnTo>
                    <a:pt x="10241" y="2196"/>
                  </a:lnTo>
                  <a:lnTo>
                    <a:pt x="10877" y="2196"/>
                  </a:lnTo>
                  <a:cubicBezTo>
                    <a:pt x="13038" y="2196"/>
                    <a:pt x="14044" y="698"/>
                    <a:pt x="14095" y="636"/>
                  </a:cubicBezTo>
                  <a:cubicBezTo>
                    <a:pt x="14275" y="375"/>
                    <a:pt x="14080" y="0"/>
                    <a:pt x="13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8"/>
            <p:cNvSpPr/>
            <p:nvPr/>
          </p:nvSpPr>
          <p:spPr>
            <a:xfrm>
              <a:off x="3834050" y="2435425"/>
              <a:ext cx="120675" cy="65950"/>
            </a:xfrm>
            <a:custGeom>
              <a:avLst/>
              <a:gdLst/>
              <a:ahLst/>
              <a:cxnLst/>
              <a:rect l="l" t="t" r="r" b="b"/>
              <a:pathLst>
                <a:path w="4827" h="2638" extrusionOk="0">
                  <a:moveTo>
                    <a:pt x="2415" y="0"/>
                  </a:moveTo>
                  <a:cubicBezTo>
                    <a:pt x="2161" y="0"/>
                    <a:pt x="1908" y="110"/>
                    <a:pt x="1736" y="328"/>
                  </a:cubicBezTo>
                  <a:cubicBezTo>
                    <a:pt x="1604" y="256"/>
                    <a:pt x="1463" y="222"/>
                    <a:pt x="1324" y="222"/>
                  </a:cubicBezTo>
                  <a:cubicBezTo>
                    <a:pt x="902" y="222"/>
                    <a:pt x="503" y="531"/>
                    <a:pt x="453" y="995"/>
                  </a:cubicBezTo>
                  <a:cubicBezTo>
                    <a:pt x="176" y="1140"/>
                    <a:pt x="0" y="1417"/>
                    <a:pt x="0" y="1760"/>
                  </a:cubicBezTo>
                  <a:cubicBezTo>
                    <a:pt x="0" y="2232"/>
                    <a:pt x="391" y="2638"/>
                    <a:pt x="878" y="2638"/>
                  </a:cubicBezTo>
                  <a:lnTo>
                    <a:pt x="3948" y="2638"/>
                  </a:lnTo>
                  <a:cubicBezTo>
                    <a:pt x="4436" y="2638"/>
                    <a:pt x="4826" y="2232"/>
                    <a:pt x="4826" y="1760"/>
                  </a:cubicBezTo>
                  <a:cubicBezTo>
                    <a:pt x="4826" y="1417"/>
                    <a:pt x="4647" y="1140"/>
                    <a:pt x="4389" y="995"/>
                  </a:cubicBezTo>
                  <a:cubicBezTo>
                    <a:pt x="4328" y="531"/>
                    <a:pt x="3935" y="222"/>
                    <a:pt x="3514" y="222"/>
                  </a:cubicBezTo>
                  <a:cubicBezTo>
                    <a:pt x="3376" y="222"/>
                    <a:pt x="3235" y="256"/>
                    <a:pt x="3102" y="328"/>
                  </a:cubicBezTo>
                  <a:cubicBezTo>
                    <a:pt x="2924" y="110"/>
                    <a:pt x="2669" y="0"/>
                    <a:pt x="2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8"/>
            <p:cNvSpPr/>
            <p:nvPr/>
          </p:nvSpPr>
          <p:spPr>
            <a:xfrm>
              <a:off x="3774275" y="2375650"/>
              <a:ext cx="119475" cy="60275"/>
            </a:xfrm>
            <a:custGeom>
              <a:avLst/>
              <a:gdLst/>
              <a:ahLst/>
              <a:cxnLst/>
              <a:rect l="l" t="t" r="r" b="b"/>
              <a:pathLst>
                <a:path w="4779" h="2411" extrusionOk="0">
                  <a:moveTo>
                    <a:pt x="2396" y="1"/>
                  </a:moveTo>
                  <a:cubicBezTo>
                    <a:pt x="2142" y="1"/>
                    <a:pt x="1886" y="111"/>
                    <a:pt x="1709" y="332"/>
                  </a:cubicBezTo>
                  <a:cubicBezTo>
                    <a:pt x="1575" y="259"/>
                    <a:pt x="1433" y="225"/>
                    <a:pt x="1294" y="225"/>
                  </a:cubicBezTo>
                  <a:cubicBezTo>
                    <a:pt x="875" y="225"/>
                    <a:pt x="483" y="532"/>
                    <a:pt x="421" y="995"/>
                  </a:cubicBezTo>
                  <a:cubicBezTo>
                    <a:pt x="211" y="1112"/>
                    <a:pt x="51" y="1323"/>
                    <a:pt x="0" y="1564"/>
                  </a:cubicBezTo>
                  <a:cubicBezTo>
                    <a:pt x="308" y="1564"/>
                    <a:pt x="585" y="1646"/>
                    <a:pt x="847" y="1795"/>
                  </a:cubicBezTo>
                  <a:cubicBezTo>
                    <a:pt x="922" y="1784"/>
                    <a:pt x="998" y="1779"/>
                    <a:pt x="1073" y="1779"/>
                  </a:cubicBezTo>
                  <a:cubicBezTo>
                    <a:pt x="1580" y="1779"/>
                    <a:pt x="2065" y="2014"/>
                    <a:pt x="2391" y="2411"/>
                  </a:cubicBezTo>
                  <a:cubicBezTo>
                    <a:pt x="2714" y="2014"/>
                    <a:pt x="3199" y="1779"/>
                    <a:pt x="3719" y="1779"/>
                  </a:cubicBezTo>
                  <a:cubicBezTo>
                    <a:pt x="3796" y="1779"/>
                    <a:pt x="3874" y="1784"/>
                    <a:pt x="3952" y="1795"/>
                  </a:cubicBezTo>
                  <a:cubicBezTo>
                    <a:pt x="4194" y="1646"/>
                    <a:pt x="4486" y="1564"/>
                    <a:pt x="4779" y="1564"/>
                  </a:cubicBezTo>
                  <a:cubicBezTo>
                    <a:pt x="4732" y="1323"/>
                    <a:pt x="4568" y="1112"/>
                    <a:pt x="4358" y="995"/>
                  </a:cubicBezTo>
                  <a:cubicBezTo>
                    <a:pt x="4308" y="532"/>
                    <a:pt x="3919" y="225"/>
                    <a:pt x="3496" y="225"/>
                  </a:cubicBezTo>
                  <a:cubicBezTo>
                    <a:pt x="3355" y="225"/>
                    <a:pt x="3211" y="259"/>
                    <a:pt x="3074" y="332"/>
                  </a:cubicBezTo>
                  <a:cubicBezTo>
                    <a:pt x="2903" y="111"/>
                    <a:pt x="2650" y="1"/>
                    <a:pt x="2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8"/>
            <p:cNvSpPr/>
            <p:nvPr/>
          </p:nvSpPr>
          <p:spPr>
            <a:xfrm>
              <a:off x="3713300" y="2435425"/>
              <a:ext cx="108100" cy="65950"/>
            </a:xfrm>
            <a:custGeom>
              <a:avLst/>
              <a:gdLst/>
              <a:ahLst/>
              <a:cxnLst/>
              <a:rect l="l" t="t" r="r" b="b"/>
              <a:pathLst>
                <a:path w="4324" h="2638" extrusionOk="0">
                  <a:moveTo>
                    <a:pt x="2423" y="0"/>
                  </a:moveTo>
                  <a:cubicBezTo>
                    <a:pt x="2172" y="0"/>
                    <a:pt x="1920" y="110"/>
                    <a:pt x="1741" y="328"/>
                  </a:cubicBezTo>
                  <a:cubicBezTo>
                    <a:pt x="1607" y="256"/>
                    <a:pt x="1465" y="222"/>
                    <a:pt x="1326" y="222"/>
                  </a:cubicBezTo>
                  <a:cubicBezTo>
                    <a:pt x="902" y="222"/>
                    <a:pt x="504" y="531"/>
                    <a:pt x="457" y="995"/>
                  </a:cubicBezTo>
                  <a:cubicBezTo>
                    <a:pt x="180" y="1140"/>
                    <a:pt x="1" y="1417"/>
                    <a:pt x="1" y="1760"/>
                  </a:cubicBezTo>
                  <a:cubicBezTo>
                    <a:pt x="1" y="2232"/>
                    <a:pt x="391" y="2638"/>
                    <a:pt x="879" y="2638"/>
                  </a:cubicBezTo>
                  <a:lnTo>
                    <a:pt x="3953" y="2638"/>
                  </a:lnTo>
                  <a:cubicBezTo>
                    <a:pt x="4050" y="2638"/>
                    <a:pt x="4148" y="2622"/>
                    <a:pt x="4226" y="2587"/>
                  </a:cubicBezTo>
                  <a:cubicBezTo>
                    <a:pt x="3902" y="2002"/>
                    <a:pt x="3953" y="1303"/>
                    <a:pt x="4323" y="769"/>
                  </a:cubicBezTo>
                  <a:cubicBezTo>
                    <a:pt x="4185" y="424"/>
                    <a:pt x="3862" y="216"/>
                    <a:pt x="3523" y="216"/>
                  </a:cubicBezTo>
                  <a:cubicBezTo>
                    <a:pt x="3383" y="216"/>
                    <a:pt x="3240" y="252"/>
                    <a:pt x="3106" y="328"/>
                  </a:cubicBezTo>
                  <a:cubicBezTo>
                    <a:pt x="2927" y="110"/>
                    <a:pt x="2675" y="0"/>
                    <a:pt x="2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3886800" y="2314625"/>
              <a:ext cx="52500" cy="71275"/>
            </a:xfrm>
            <a:custGeom>
              <a:avLst/>
              <a:gdLst/>
              <a:ahLst/>
              <a:cxnLst/>
              <a:rect l="l" t="t" r="r" b="b"/>
              <a:pathLst>
                <a:path w="2100" h="2851" extrusionOk="0">
                  <a:moveTo>
                    <a:pt x="1613" y="1"/>
                  </a:moveTo>
                  <a:cubicBezTo>
                    <a:pt x="1482" y="1"/>
                    <a:pt x="1351" y="65"/>
                    <a:pt x="1269" y="186"/>
                  </a:cubicBezTo>
                  <a:lnTo>
                    <a:pt x="1" y="2168"/>
                  </a:lnTo>
                  <a:cubicBezTo>
                    <a:pt x="231" y="2347"/>
                    <a:pt x="426" y="2578"/>
                    <a:pt x="539" y="2851"/>
                  </a:cubicBezTo>
                  <a:lnTo>
                    <a:pt x="1967" y="643"/>
                  </a:lnTo>
                  <a:cubicBezTo>
                    <a:pt x="2100" y="448"/>
                    <a:pt x="2033" y="186"/>
                    <a:pt x="1838" y="73"/>
                  </a:cubicBezTo>
                  <a:cubicBezTo>
                    <a:pt x="1771" y="24"/>
                    <a:pt x="1692" y="1"/>
                    <a:pt x="16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8"/>
            <p:cNvSpPr/>
            <p:nvPr/>
          </p:nvSpPr>
          <p:spPr>
            <a:xfrm>
              <a:off x="3909625" y="2347450"/>
              <a:ext cx="78825" cy="72200"/>
            </a:xfrm>
            <a:custGeom>
              <a:avLst/>
              <a:gdLst/>
              <a:ahLst/>
              <a:cxnLst/>
              <a:rect l="l" t="t" r="r" b="b"/>
              <a:pathLst>
                <a:path w="3153" h="2888" extrusionOk="0">
                  <a:moveTo>
                    <a:pt x="2680" y="0"/>
                  </a:moveTo>
                  <a:cubicBezTo>
                    <a:pt x="2589" y="0"/>
                    <a:pt x="2497" y="31"/>
                    <a:pt x="2420" y="94"/>
                  </a:cubicBezTo>
                  <a:lnTo>
                    <a:pt x="1" y="2045"/>
                  </a:lnTo>
                  <a:cubicBezTo>
                    <a:pt x="145" y="2318"/>
                    <a:pt x="176" y="2513"/>
                    <a:pt x="258" y="2887"/>
                  </a:cubicBezTo>
                  <a:lnTo>
                    <a:pt x="2942" y="742"/>
                  </a:lnTo>
                  <a:cubicBezTo>
                    <a:pt x="3122" y="597"/>
                    <a:pt x="3153" y="336"/>
                    <a:pt x="3005" y="157"/>
                  </a:cubicBezTo>
                  <a:cubicBezTo>
                    <a:pt x="2922" y="54"/>
                    <a:pt x="2802" y="0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8" name="Google Shape;1088;p48"/>
          <p:cNvGrpSpPr/>
          <p:nvPr/>
        </p:nvGrpSpPr>
        <p:grpSpPr>
          <a:xfrm rot="-1061851">
            <a:off x="7897925" y="765874"/>
            <a:ext cx="351134" cy="317383"/>
            <a:chOff x="3658500" y="2938975"/>
            <a:chExt cx="351125" cy="317375"/>
          </a:xfrm>
        </p:grpSpPr>
        <p:sp>
          <p:nvSpPr>
            <p:cNvPr id="1089" name="Google Shape;1089;p48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8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8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8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8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8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8" name="Google Shape;1098;p48"/>
          <p:cNvGrpSpPr/>
          <p:nvPr/>
        </p:nvGrpSpPr>
        <p:grpSpPr>
          <a:xfrm>
            <a:off x="3441101" y="2902699"/>
            <a:ext cx="352400" cy="262100"/>
            <a:chOff x="3155350" y="2966650"/>
            <a:chExt cx="352400" cy="262100"/>
          </a:xfrm>
        </p:grpSpPr>
        <p:sp>
          <p:nvSpPr>
            <p:cNvPr id="1099" name="Google Shape;1099;p48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8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8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8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3" name="Google Shape;1103;p48"/>
          <p:cNvGrpSpPr/>
          <p:nvPr/>
        </p:nvGrpSpPr>
        <p:grpSpPr>
          <a:xfrm>
            <a:off x="3458888" y="1884846"/>
            <a:ext cx="352750" cy="351225"/>
            <a:chOff x="3658500" y="1682800"/>
            <a:chExt cx="352750" cy="351225"/>
          </a:xfrm>
        </p:grpSpPr>
        <p:sp>
          <p:nvSpPr>
            <p:cNvPr id="1104" name="Google Shape;1104;p48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8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8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8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8" name="Google Shape;1108;p48"/>
          <p:cNvGrpSpPr/>
          <p:nvPr/>
        </p:nvGrpSpPr>
        <p:grpSpPr>
          <a:xfrm>
            <a:off x="3481759" y="3850625"/>
            <a:ext cx="307875" cy="351125"/>
            <a:chOff x="3680075" y="4212600"/>
            <a:chExt cx="307875" cy="351125"/>
          </a:xfrm>
        </p:grpSpPr>
        <p:sp>
          <p:nvSpPr>
            <p:cNvPr id="1109" name="Google Shape;1109;p48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8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8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8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8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8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8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8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9425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9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247162" y="-753341"/>
            <a:ext cx="2649682" cy="91440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431" y="3949458"/>
            <a:ext cx="182896" cy="1828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887" y="4221966"/>
            <a:ext cx="182896" cy="1828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55" y="4834840"/>
            <a:ext cx="176799" cy="17679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800" y="4762000"/>
            <a:ext cx="176799" cy="17679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648" y="4793855"/>
            <a:ext cx="170703" cy="17070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3207" y="4640649"/>
            <a:ext cx="414564" cy="329213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1584" y="4762000"/>
            <a:ext cx="176799" cy="17679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4" y="4597974"/>
            <a:ext cx="347502" cy="371888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001" y="2802442"/>
            <a:ext cx="176799" cy="17679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395" y="4068562"/>
            <a:ext cx="182896" cy="182896"/>
          </a:xfrm>
          <a:prstGeom prst="rect">
            <a:avLst/>
          </a:prstGeom>
        </p:spPr>
      </p:pic>
      <p:sp>
        <p:nvSpPr>
          <p:cNvPr id="15" name="Google Shape;1366;p56"/>
          <p:cNvSpPr txBox="1">
            <a:spLocks/>
          </p:cNvSpPr>
          <p:nvPr/>
        </p:nvSpPr>
        <p:spPr>
          <a:xfrm>
            <a:off x="2" y="3171069"/>
            <a:ext cx="77109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sz="3600" dirty="0"/>
              <a:t>PHASE 6:</a:t>
            </a:r>
            <a:br>
              <a:rPr lang="en-US" sz="3600" dirty="0"/>
            </a:br>
            <a:r>
              <a:rPr lang="en-US" sz="3600" dirty="0"/>
              <a:t> </a:t>
            </a:r>
            <a:r>
              <a:rPr lang="en-US" sz="3600" dirty="0">
                <a:solidFill>
                  <a:schemeClr val="lt1"/>
                </a:solidFill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04928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r>
              <a:rPr lang="en" baseline="30000" dirty="0"/>
              <a:t>st</a:t>
            </a:r>
            <a:r>
              <a:rPr lang="en" dirty="0"/>
              <a:t>: Descriptive</a:t>
            </a:r>
            <a:r>
              <a:rPr lang="en" dirty="0">
                <a:solidFill>
                  <a:schemeClr val="lt1"/>
                </a:solidFill>
              </a:rPr>
              <a:t> Statistics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" name="Google Shape;1139;p49"/>
          <p:cNvSpPr txBox="1">
            <a:spLocks/>
          </p:cNvSpPr>
          <p:nvPr/>
        </p:nvSpPr>
        <p:spPr>
          <a:xfrm>
            <a:off x="2171765" y="1114832"/>
            <a:ext cx="6573145" cy="332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ctor"/>
              <a:buNone/>
              <a:defRPr sz="30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mean for each kind of food cuisine  is nearly 20-23% love Egyptian food , 53% of responses love Chinese food , 3% love Italian food, 3% love Lebanese food and others love all mentioned together. </a:t>
            </a:r>
            <a:r>
              <a:rPr lang="en" sz="2400" dirty="0"/>
              <a:t>.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5711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r>
              <a:rPr lang="en" baseline="30000" dirty="0"/>
              <a:t>st</a:t>
            </a:r>
            <a:r>
              <a:rPr lang="en" dirty="0"/>
              <a:t>: Descriptive</a:t>
            </a:r>
            <a:r>
              <a:rPr lang="en" dirty="0">
                <a:solidFill>
                  <a:schemeClr val="lt1"/>
                </a:solidFill>
              </a:rPr>
              <a:t> Statistics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" name="Google Shape;1139;p49"/>
          <p:cNvSpPr txBox="1">
            <a:spLocks/>
          </p:cNvSpPr>
          <p:nvPr/>
        </p:nvSpPr>
        <p:spPr>
          <a:xfrm>
            <a:off x="2171765" y="1312569"/>
            <a:ext cx="6724809" cy="332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ctor"/>
              <a:buNone/>
              <a:defRPr sz="30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median is  7 “ Chinese food “  :</a:t>
            </a:r>
          </a:p>
          <a:p>
            <a:pPr marL="0" indent="0">
              <a:buClr>
                <a:schemeClr val="bg1"/>
              </a:buClr>
            </a:pPr>
            <a:r>
              <a:rPr lang="en-US" sz="2400" dirty="0"/>
              <a:t>                that mean the middle value is “Chinese     food”.</a:t>
            </a:r>
          </a:p>
          <a:p>
            <a:pPr marL="0" indent="0">
              <a:buClr>
                <a:schemeClr val="bg1"/>
              </a:buClr>
            </a:pPr>
            <a:endParaRPr lang="en-US" sz="2400" dirty="0"/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 mode is 263 “ Egyptian food ” :</a:t>
            </a:r>
          </a:p>
          <a:p>
            <a:pPr marL="0" indent="0">
              <a:buClr>
                <a:schemeClr val="bg1"/>
              </a:buClr>
            </a:pPr>
            <a:r>
              <a:rPr lang="en-US" sz="2400" dirty="0"/>
              <a:t>                that means the max number of responses was to “Egyptian food”. 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2348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r>
              <a:rPr lang="en" baseline="30000" dirty="0"/>
              <a:t>st</a:t>
            </a:r>
            <a:r>
              <a:rPr lang="en" dirty="0"/>
              <a:t>: Descriptive</a:t>
            </a:r>
            <a:r>
              <a:rPr lang="en" dirty="0">
                <a:solidFill>
                  <a:schemeClr val="lt1"/>
                </a:solidFill>
              </a:rPr>
              <a:t> Statistics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" name="Google Shape;1139;p49"/>
          <p:cNvSpPr txBox="1">
            <a:spLocks/>
          </p:cNvSpPr>
          <p:nvPr/>
        </p:nvSpPr>
        <p:spPr>
          <a:xfrm>
            <a:off x="2021289" y="1312569"/>
            <a:ext cx="7198015" cy="332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ctor"/>
              <a:buNone/>
              <a:defRPr sz="30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standard deviation is 71.36  :</a:t>
            </a:r>
          </a:p>
          <a:p>
            <a:pPr marL="0" indent="0">
              <a:buClr>
                <a:schemeClr val="bg1"/>
              </a:buClr>
            </a:pPr>
            <a:r>
              <a:rPr lang="en-US" sz="2400" dirty="0"/>
              <a:t>               means that there are variation or dispersion</a:t>
            </a:r>
          </a:p>
          <a:p>
            <a:pPr marL="0" indent="0">
              <a:buClr>
                <a:schemeClr val="bg1"/>
              </a:buClr>
            </a:pPr>
            <a:r>
              <a:rPr lang="en-US" sz="2400" dirty="0"/>
              <a:t> in data in the rate of 71.36 .</a:t>
            </a:r>
          </a:p>
          <a:p>
            <a:pPr marL="0" indent="0">
              <a:buClr>
                <a:schemeClr val="bg1"/>
              </a:buClr>
            </a:pPr>
            <a:endParaRPr lang="en-US" sz="2400" dirty="0"/>
          </a:p>
          <a:p>
            <a:pPr marL="0" indent="0">
              <a:buClr>
                <a:schemeClr val="bg1"/>
              </a:buClr>
            </a:pPr>
            <a:endParaRPr lang="en-US" sz="2400" dirty="0"/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  there is a relationship between Favourite_Cuisine and (Favourite_Chef , Shopping_Food )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25643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r>
              <a:rPr lang="en" baseline="30000" dirty="0"/>
              <a:t>nd</a:t>
            </a:r>
            <a:r>
              <a:rPr lang="en" dirty="0"/>
              <a:t> : Correlation</a:t>
            </a:r>
            <a:r>
              <a:rPr lang="en" dirty="0">
                <a:solidFill>
                  <a:schemeClr val="lt1"/>
                </a:solidFill>
              </a:rPr>
              <a:t> Analysis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5" name="Google Shape;1139;p49"/>
          <p:cNvSpPr txBox="1">
            <a:spLocks/>
          </p:cNvSpPr>
          <p:nvPr/>
        </p:nvSpPr>
        <p:spPr>
          <a:xfrm>
            <a:off x="1757854" y="1220746"/>
            <a:ext cx="7198015" cy="3326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ctor"/>
              <a:buNone/>
              <a:defRPr sz="30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4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 lang="en-US" dirty="0"/>
          </a:p>
          <a:p>
            <a:pPr marL="596900" indent="-4572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Correlation test :- The </a:t>
            </a:r>
            <a:r>
              <a:rPr lang="en-US" dirty="0"/>
              <a:t>p-value </a:t>
            </a:r>
            <a:r>
              <a:rPr lang="en-US" b="1" dirty="0"/>
              <a:t>of the test is 0.02348, which is less than the significance level alpha = 0.05. We can conclude that Diet and Age are significantly correlated with a correlation coefficient of 0.110407 and p-value of 0.02348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266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3</a:t>
            </a:r>
            <a:r>
              <a:rPr lang="en" baseline="30000" dirty="0"/>
              <a:t>rd</a:t>
            </a:r>
            <a:r>
              <a:rPr lang="en" dirty="0"/>
              <a:t> : Data</a:t>
            </a:r>
            <a:r>
              <a:rPr lang="en" dirty="0">
                <a:solidFill>
                  <a:schemeClr val="lt1"/>
                </a:solidFill>
              </a:rPr>
              <a:t> Visualization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025" y="1114832"/>
            <a:ext cx="5925377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7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3</a:t>
            </a:r>
            <a:r>
              <a:rPr lang="en" baseline="30000" dirty="0"/>
              <a:t>rd</a:t>
            </a:r>
            <a:r>
              <a:rPr lang="en" dirty="0"/>
              <a:t> : Data</a:t>
            </a:r>
            <a:r>
              <a:rPr lang="en" dirty="0">
                <a:solidFill>
                  <a:schemeClr val="lt1"/>
                </a:solidFill>
              </a:rPr>
              <a:t> Visualization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4025" y="1054841"/>
            <a:ext cx="5792935" cy="383463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399257" y="4601872"/>
            <a:ext cx="278558" cy="19177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0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3</a:t>
            </a:r>
            <a:r>
              <a:rPr lang="en" baseline="30000" dirty="0"/>
              <a:t>rd</a:t>
            </a:r>
            <a:r>
              <a:rPr lang="en" dirty="0"/>
              <a:t> : Data</a:t>
            </a:r>
            <a:r>
              <a:rPr lang="en" dirty="0">
                <a:solidFill>
                  <a:schemeClr val="lt1"/>
                </a:solidFill>
              </a:rPr>
              <a:t> Visualization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025" y="1211165"/>
            <a:ext cx="6001588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57"/>
          <p:cNvSpPr/>
          <p:nvPr/>
        </p:nvSpPr>
        <p:spPr>
          <a:xfrm flipH="1">
            <a:off x="2109025" y="3109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57"/>
          <p:cNvSpPr/>
          <p:nvPr/>
        </p:nvSpPr>
        <p:spPr>
          <a:xfrm flipH="1">
            <a:off x="1536175" y="8619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8" name="Google Shape;1388;p57"/>
          <p:cNvGrpSpPr/>
          <p:nvPr/>
        </p:nvGrpSpPr>
        <p:grpSpPr>
          <a:xfrm rot="1321043">
            <a:off x="1789946" y="1280114"/>
            <a:ext cx="306085" cy="351311"/>
            <a:chOff x="2163000" y="3543075"/>
            <a:chExt cx="306075" cy="351300"/>
          </a:xfrm>
        </p:grpSpPr>
        <p:sp>
          <p:nvSpPr>
            <p:cNvPr id="1389" name="Google Shape;1389;p57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7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7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7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7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7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7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7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7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Placeholder 3"/>
          <p:cNvPicPr>
            <a:picLocks noGrp="1" noChangeAspect="1"/>
          </p:cNvPicPr>
          <p:nvPr>
            <p:ph type="pic" idx="9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9" r="25729"/>
          <a:stretch>
            <a:fillRect/>
          </a:stretch>
        </p:blipFill>
        <p:spPr/>
      </p:pic>
      <p:sp>
        <p:nvSpPr>
          <p:cNvPr id="21" name="Google Shape;1372;p57"/>
          <p:cNvSpPr/>
          <p:nvPr/>
        </p:nvSpPr>
        <p:spPr>
          <a:xfrm flipH="1">
            <a:off x="1266189" y="125"/>
            <a:ext cx="1903060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377;p57"/>
          <p:cNvSpPr txBox="1">
            <a:spLocks noGrp="1"/>
          </p:cNvSpPr>
          <p:nvPr>
            <p:ph type="title"/>
          </p:nvPr>
        </p:nvSpPr>
        <p:spPr>
          <a:xfrm>
            <a:off x="978184" y="474066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3</a:t>
            </a:r>
            <a:r>
              <a:rPr lang="en" baseline="30000" dirty="0"/>
              <a:t>rd</a:t>
            </a:r>
            <a:r>
              <a:rPr lang="en" dirty="0"/>
              <a:t> : Data</a:t>
            </a:r>
            <a:r>
              <a:rPr lang="en" dirty="0">
                <a:solidFill>
                  <a:schemeClr val="lt1"/>
                </a:solidFill>
              </a:rPr>
              <a:t> Visualization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121" y="1076773"/>
            <a:ext cx="4418893" cy="394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97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15;p70"/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 l="12071" r="18910" b="12072"/>
          <a:stretch/>
        </p:blipFill>
        <p:spPr>
          <a:xfrm>
            <a:off x="5" y="0"/>
            <a:ext cx="4037320" cy="5143501"/>
          </a:xfrm>
          <a:prstGeom prst="rect">
            <a:avLst/>
          </a:prstGeom>
        </p:spPr>
      </p:pic>
      <p:sp>
        <p:nvSpPr>
          <p:cNvPr id="4" name="Google Shape;1916;p70"/>
          <p:cNvSpPr/>
          <p:nvPr/>
        </p:nvSpPr>
        <p:spPr>
          <a:xfrm flipH="1">
            <a:off x="1980070" y="125"/>
            <a:ext cx="2873679" cy="514350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1938;p70"/>
          <p:cNvGrpSpPr/>
          <p:nvPr/>
        </p:nvGrpSpPr>
        <p:grpSpPr>
          <a:xfrm rot="843092">
            <a:off x="2728465" y="705209"/>
            <a:ext cx="351933" cy="351133"/>
            <a:chOff x="2642925" y="1682900"/>
            <a:chExt cx="351925" cy="351125"/>
          </a:xfrm>
        </p:grpSpPr>
        <p:sp>
          <p:nvSpPr>
            <p:cNvPr id="6" name="Google Shape;1939;p70"/>
            <p:cNvSpPr/>
            <p:nvPr/>
          </p:nvSpPr>
          <p:spPr>
            <a:xfrm>
              <a:off x="2872500" y="1771025"/>
              <a:ext cx="37125" cy="33425"/>
            </a:xfrm>
            <a:custGeom>
              <a:avLst/>
              <a:gdLst/>
              <a:ahLst/>
              <a:cxnLst/>
              <a:rect l="l" t="t" r="r" b="b"/>
              <a:pathLst>
                <a:path w="1485" h="1337" extrusionOk="0">
                  <a:moveTo>
                    <a:pt x="421" y="1"/>
                  </a:moveTo>
                  <a:cubicBezTo>
                    <a:pt x="321" y="1"/>
                    <a:pt x="218" y="17"/>
                    <a:pt x="114" y="53"/>
                  </a:cubicBezTo>
                  <a:cubicBezTo>
                    <a:pt x="114" y="53"/>
                    <a:pt x="134" y="638"/>
                    <a:pt x="1" y="1336"/>
                  </a:cubicBezTo>
                  <a:lnTo>
                    <a:pt x="1" y="1336"/>
                  </a:lnTo>
                  <a:cubicBezTo>
                    <a:pt x="18" y="1329"/>
                    <a:pt x="576" y="1207"/>
                    <a:pt x="1304" y="1188"/>
                  </a:cubicBezTo>
                  <a:cubicBezTo>
                    <a:pt x="1484" y="577"/>
                    <a:pt x="1011" y="1"/>
                    <a:pt x="421" y="1"/>
                  </a:cubicBezTo>
                  <a:close/>
                  <a:moveTo>
                    <a:pt x="1" y="1336"/>
                  </a:moveTo>
                  <a:cubicBezTo>
                    <a:pt x="1" y="1336"/>
                    <a:pt x="1" y="1336"/>
                    <a:pt x="1" y="1336"/>
                  </a:cubicBezTo>
                  <a:cubicBezTo>
                    <a:pt x="1" y="1336"/>
                    <a:pt x="1" y="1336"/>
                    <a:pt x="1" y="13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940;p70"/>
            <p:cNvSpPr/>
            <p:nvPr/>
          </p:nvSpPr>
          <p:spPr>
            <a:xfrm>
              <a:off x="2642925" y="1941725"/>
              <a:ext cx="92300" cy="92300"/>
            </a:xfrm>
            <a:custGeom>
              <a:avLst/>
              <a:gdLst/>
              <a:ahLst/>
              <a:cxnLst/>
              <a:rect l="l" t="t" r="r" b="b"/>
              <a:pathLst>
                <a:path w="3692" h="3692" extrusionOk="0">
                  <a:moveTo>
                    <a:pt x="1" y="1"/>
                  </a:moveTo>
                  <a:lnTo>
                    <a:pt x="3691" y="3691"/>
                  </a:lnTo>
                  <a:cubicBezTo>
                    <a:pt x="3332" y="2634"/>
                    <a:pt x="3235" y="1417"/>
                    <a:pt x="3465" y="231"/>
                  </a:cubicBezTo>
                  <a:lnTo>
                    <a:pt x="3465" y="231"/>
                  </a:lnTo>
                  <a:cubicBezTo>
                    <a:pt x="3034" y="313"/>
                    <a:pt x="2600" y="352"/>
                    <a:pt x="2171" y="352"/>
                  </a:cubicBezTo>
                  <a:cubicBezTo>
                    <a:pt x="1415" y="352"/>
                    <a:pt x="675" y="23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941;p70"/>
            <p:cNvSpPr/>
            <p:nvPr/>
          </p:nvSpPr>
          <p:spPr>
            <a:xfrm>
              <a:off x="2863150" y="1682900"/>
              <a:ext cx="131700" cy="129625"/>
            </a:xfrm>
            <a:custGeom>
              <a:avLst/>
              <a:gdLst/>
              <a:ahLst/>
              <a:cxnLst/>
              <a:rect l="l" t="t" r="r" b="b"/>
              <a:pathLst>
                <a:path w="5268" h="5185" extrusionOk="0">
                  <a:moveTo>
                    <a:pt x="1042" y="0"/>
                  </a:moveTo>
                  <a:cubicBezTo>
                    <a:pt x="441" y="0"/>
                    <a:pt x="98" y="277"/>
                    <a:pt x="1" y="847"/>
                  </a:cubicBezTo>
                  <a:cubicBezTo>
                    <a:pt x="20" y="878"/>
                    <a:pt x="328" y="1627"/>
                    <a:pt x="457" y="2731"/>
                  </a:cubicBezTo>
                  <a:cubicBezTo>
                    <a:pt x="564" y="2705"/>
                    <a:pt x="677" y="2694"/>
                    <a:pt x="791" y="2694"/>
                  </a:cubicBezTo>
                  <a:cubicBezTo>
                    <a:pt x="884" y="2694"/>
                    <a:pt x="979" y="2701"/>
                    <a:pt x="1073" y="2715"/>
                  </a:cubicBezTo>
                  <a:lnTo>
                    <a:pt x="1288" y="2099"/>
                  </a:lnTo>
                  <a:cubicBezTo>
                    <a:pt x="1338" y="1913"/>
                    <a:pt x="1509" y="1803"/>
                    <a:pt x="1684" y="1803"/>
                  </a:cubicBezTo>
                  <a:cubicBezTo>
                    <a:pt x="1725" y="1803"/>
                    <a:pt x="1767" y="1809"/>
                    <a:pt x="1807" y="1822"/>
                  </a:cubicBezTo>
                  <a:cubicBezTo>
                    <a:pt x="2033" y="1904"/>
                    <a:pt x="2146" y="2130"/>
                    <a:pt x="2084" y="2356"/>
                  </a:cubicBezTo>
                  <a:lnTo>
                    <a:pt x="1838" y="3055"/>
                  </a:lnTo>
                  <a:cubicBezTo>
                    <a:pt x="1971" y="3152"/>
                    <a:pt x="2084" y="3269"/>
                    <a:pt x="2197" y="3398"/>
                  </a:cubicBezTo>
                  <a:lnTo>
                    <a:pt x="2880" y="3152"/>
                  </a:lnTo>
                  <a:cubicBezTo>
                    <a:pt x="2921" y="3141"/>
                    <a:pt x="2963" y="3135"/>
                    <a:pt x="3004" y="3135"/>
                  </a:cubicBezTo>
                  <a:cubicBezTo>
                    <a:pt x="3185" y="3135"/>
                    <a:pt x="3350" y="3245"/>
                    <a:pt x="3414" y="3429"/>
                  </a:cubicBezTo>
                  <a:cubicBezTo>
                    <a:pt x="3480" y="3640"/>
                    <a:pt x="3367" y="3886"/>
                    <a:pt x="3157" y="3952"/>
                  </a:cubicBezTo>
                  <a:lnTo>
                    <a:pt x="2521" y="4163"/>
                  </a:lnTo>
                  <a:cubicBezTo>
                    <a:pt x="2556" y="4358"/>
                    <a:pt x="2556" y="4553"/>
                    <a:pt x="2521" y="4748"/>
                  </a:cubicBezTo>
                  <a:cubicBezTo>
                    <a:pt x="3609" y="4861"/>
                    <a:pt x="4343" y="5169"/>
                    <a:pt x="4389" y="5185"/>
                  </a:cubicBezTo>
                  <a:cubicBezTo>
                    <a:pt x="4912" y="5087"/>
                    <a:pt x="5236" y="4877"/>
                    <a:pt x="5236" y="4194"/>
                  </a:cubicBezTo>
                  <a:cubicBezTo>
                    <a:pt x="5236" y="3835"/>
                    <a:pt x="5107" y="3496"/>
                    <a:pt x="4877" y="3219"/>
                  </a:cubicBezTo>
                  <a:cubicBezTo>
                    <a:pt x="5267" y="2423"/>
                    <a:pt x="4780" y="1463"/>
                    <a:pt x="3886" y="1350"/>
                  </a:cubicBezTo>
                  <a:cubicBezTo>
                    <a:pt x="3800" y="669"/>
                    <a:pt x="3221" y="223"/>
                    <a:pt x="2598" y="223"/>
                  </a:cubicBezTo>
                  <a:cubicBezTo>
                    <a:pt x="2405" y="223"/>
                    <a:pt x="2206" y="266"/>
                    <a:pt x="2018" y="359"/>
                  </a:cubicBezTo>
                  <a:cubicBezTo>
                    <a:pt x="1756" y="129"/>
                    <a:pt x="1401" y="0"/>
                    <a:pt x="10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942;p70"/>
            <p:cNvSpPr/>
            <p:nvPr/>
          </p:nvSpPr>
          <p:spPr>
            <a:xfrm>
              <a:off x="2645750" y="1718675"/>
              <a:ext cx="211775" cy="211050"/>
            </a:xfrm>
            <a:custGeom>
              <a:avLst/>
              <a:gdLst/>
              <a:ahLst/>
              <a:cxnLst/>
              <a:rect l="l" t="t" r="r" b="b"/>
              <a:pathLst>
                <a:path w="8471" h="8442" extrusionOk="0">
                  <a:moveTo>
                    <a:pt x="8014" y="1"/>
                  </a:moveTo>
                  <a:lnTo>
                    <a:pt x="1" y="8061"/>
                  </a:lnTo>
                  <a:cubicBezTo>
                    <a:pt x="630" y="8310"/>
                    <a:pt x="1343" y="8441"/>
                    <a:pt x="2071" y="8441"/>
                  </a:cubicBezTo>
                  <a:cubicBezTo>
                    <a:pt x="2585" y="8441"/>
                    <a:pt x="3106" y="8376"/>
                    <a:pt x="3610" y="8240"/>
                  </a:cubicBezTo>
                  <a:cubicBezTo>
                    <a:pt x="3984" y="7167"/>
                    <a:pt x="4636" y="6227"/>
                    <a:pt x="5431" y="5412"/>
                  </a:cubicBezTo>
                  <a:cubicBezTo>
                    <a:pt x="6227" y="4616"/>
                    <a:pt x="7156" y="4031"/>
                    <a:pt x="8162" y="3672"/>
                  </a:cubicBezTo>
                  <a:cubicBezTo>
                    <a:pt x="8470" y="2470"/>
                    <a:pt x="8404" y="1121"/>
                    <a:pt x="80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43;p70"/>
            <p:cNvSpPr/>
            <p:nvPr/>
          </p:nvSpPr>
          <p:spPr>
            <a:xfrm>
              <a:off x="2746600" y="1821475"/>
              <a:ext cx="211675" cy="209725"/>
            </a:xfrm>
            <a:custGeom>
              <a:avLst/>
              <a:gdLst/>
              <a:ahLst/>
              <a:cxnLst/>
              <a:rect l="l" t="t" r="r" b="b"/>
              <a:pathLst>
                <a:path w="8467" h="8389" extrusionOk="0">
                  <a:moveTo>
                    <a:pt x="5135" y="1284"/>
                  </a:moveTo>
                  <a:cubicBezTo>
                    <a:pt x="5365" y="1284"/>
                    <a:pt x="5560" y="1479"/>
                    <a:pt x="5560" y="1706"/>
                  </a:cubicBezTo>
                  <a:cubicBezTo>
                    <a:pt x="5560" y="1936"/>
                    <a:pt x="5365" y="2115"/>
                    <a:pt x="5135" y="2115"/>
                  </a:cubicBezTo>
                  <a:cubicBezTo>
                    <a:pt x="4908" y="2115"/>
                    <a:pt x="4713" y="1936"/>
                    <a:pt x="4713" y="1706"/>
                  </a:cubicBezTo>
                  <a:cubicBezTo>
                    <a:pt x="4713" y="1479"/>
                    <a:pt x="4908" y="1284"/>
                    <a:pt x="5135" y="1284"/>
                  </a:cubicBezTo>
                  <a:close/>
                  <a:moveTo>
                    <a:pt x="3348" y="2618"/>
                  </a:moveTo>
                  <a:cubicBezTo>
                    <a:pt x="3590" y="2618"/>
                    <a:pt x="3769" y="2813"/>
                    <a:pt x="3769" y="3040"/>
                  </a:cubicBezTo>
                  <a:cubicBezTo>
                    <a:pt x="3769" y="3266"/>
                    <a:pt x="3590" y="3461"/>
                    <a:pt x="3348" y="3461"/>
                  </a:cubicBezTo>
                  <a:cubicBezTo>
                    <a:pt x="3122" y="3461"/>
                    <a:pt x="2942" y="3266"/>
                    <a:pt x="2942" y="3040"/>
                  </a:cubicBezTo>
                  <a:cubicBezTo>
                    <a:pt x="2942" y="2813"/>
                    <a:pt x="3122" y="2618"/>
                    <a:pt x="3348" y="2618"/>
                  </a:cubicBezTo>
                  <a:close/>
                  <a:moveTo>
                    <a:pt x="2014" y="4405"/>
                  </a:moveTo>
                  <a:cubicBezTo>
                    <a:pt x="2244" y="4405"/>
                    <a:pt x="2439" y="4585"/>
                    <a:pt x="2439" y="4811"/>
                  </a:cubicBezTo>
                  <a:cubicBezTo>
                    <a:pt x="2439" y="5057"/>
                    <a:pt x="2244" y="5236"/>
                    <a:pt x="2014" y="5236"/>
                  </a:cubicBezTo>
                  <a:cubicBezTo>
                    <a:pt x="1787" y="5236"/>
                    <a:pt x="1608" y="5057"/>
                    <a:pt x="1608" y="4811"/>
                  </a:cubicBezTo>
                  <a:cubicBezTo>
                    <a:pt x="1608" y="4585"/>
                    <a:pt x="1787" y="4405"/>
                    <a:pt x="2014" y="4405"/>
                  </a:cubicBezTo>
                  <a:close/>
                  <a:moveTo>
                    <a:pt x="6469" y="1"/>
                  </a:moveTo>
                  <a:cubicBezTo>
                    <a:pt x="4760" y="1"/>
                    <a:pt x="3250" y="633"/>
                    <a:pt x="1998" y="1901"/>
                  </a:cubicBezTo>
                  <a:cubicBezTo>
                    <a:pt x="648" y="3235"/>
                    <a:pt x="1" y="4764"/>
                    <a:pt x="32" y="6438"/>
                  </a:cubicBezTo>
                  <a:cubicBezTo>
                    <a:pt x="48" y="7347"/>
                    <a:pt x="274" y="8064"/>
                    <a:pt x="406" y="8388"/>
                  </a:cubicBezTo>
                  <a:lnTo>
                    <a:pt x="8466" y="325"/>
                  </a:lnTo>
                  <a:cubicBezTo>
                    <a:pt x="8111" y="196"/>
                    <a:pt x="7378" y="16"/>
                    <a:pt x="6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Google Shape;1947;p70"/>
          <p:cNvSpPr/>
          <p:nvPr/>
        </p:nvSpPr>
        <p:spPr>
          <a:xfrm>
            <a:off x="3083225" y="11294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944;p70"/>
          <p:cNvSpPr/>
          <p:nvPr/>
        </p:nvSpPr>
        <p:spPr>
          <a:xfrm>
            <a:off x="3460738" y="4877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945;p70"/>
          <p:cNvSpPr/>
          <p:nvPr/>
        </p:nvSpPr>
        <p:spPr>
          <a:xfrm>
            <a:off x="3552550" y="27962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933;p70"/>
          <p:cNvGrpSpPr/>
          <p:nvPr/>
        </p:nvGrpSpPr>
        <p:grpSpPr>
          <a:xfrm rot="843092">
            <a:off x="3847497" y="3196582"/>
            <a:ext cx="351133" cy="228980"/>
            <a:chOff x="2140275" y="2983100"/>
            <a:chExt cx="351125" cy="228975"/>
          </a:xfrm>
        </p:grpSpPr>
        <p:sp>
          <p:nvSpPr>
            <p:cNvPr id="15" name="Google Shape;1934;p70"/>
            <p:cNvSpPr/>
            <p:nvPr/>
          </p:nvSpPr>
          <p:spPr>
            <a:xfrm>
              <a:off x="2171800" y="2983100"/>
              <a:ext cx="288450" cy="115250"/>
            </a:xfrm>
            <a:custGeom>
              <a:avLst/>
              <a:gdLst/>
              <a:ahLst/>
              <a:cxnLst/>
              <a:rect l="l" t="t" r="r" b="b"/>
              <a:pathLst>
                <a:path w="11538" h="4610" extrusionOk="0">
                  <a:moveTo>
                    <a:pt x="9110" y="0"/>
                  </a:moveTo>
                  <a:cubicBezTo>
                    <a:pt x="9004" y="0"/>
                    <a:pt x="8898" y="41"/>
                    <a:pt x="8816" y="123"/>
                  </a:cubicBezTo>
                  <a:lnTo>
                    <a:pt x="7630" y="1325"/>
                  </a:lnTo>
                  <a:cubicBezTo>
                    <a:pt x="7595" y="1322"/>
                    <a:pt x="7559" y="1320"/>
                    <a:pt x="7525" y="1320"/>
                  </a:cubicBezTo>
                  <a:cubicBezTo>
                    <a:pt x="7208" y="1320"/>
                    <a:pt x="6925" y="1446"/>
                    <a:pt x="6721" y="1664"/>
                  </a:cubicBezTo>
                  <a:cubicBezTo>
                    <a:pt x="6518" y="1292"/>
                    <a:pt x="6144" y="1105"/>
                    <a:pt x="5767" y="1105"/>
                  </a:cubicBezTo>
                  <a:cubicBezTo>
                    <a:pt x="5391" y="1105"/>
                    <a:pt x="5012" y="1292"/>
                    <a:pt x="4802" y="1664"/>
                  </a:cubicBezTo>
                  <a:cubicBezTo>
                    <a:pt x="4607" y="1453"/>
                    <a:pt x="4330" y="1325"/>
                    <a:pt x="4006" y="1325"/>
                  </a:cubicBezTo>
                  <a:cubicBezTo>
                    <a:pt x="3452" y="1325"/>
                    <a:pt x="2980" y="1746"/>
                    <a:pt x="2918" y="2300"/>
                  </a:cubicBezTo>
                  <a:cubicBezTo>
                    <a:pt x="2772" y="2234"/>
                    <a:pt x="2622" y="2204"/>
                    <a:pt x="2474" y="2204"/>
                  </a:cubicBezTo>
                  <a:cubicBezTo>
                    <a:pt x="1894" y="2204"/>
                    <a:pt x="1360" y="2675"/>
                    <a:pt x="1373" y="3322"/>
                  </a:cubicBezTo>
                  <a:cubicBezTo>
                    <a:pt x="1294" y="3305"/>
                    <a:pt x="1216" y="3296"/>
                    <a:pt x="1140" y="3296"/>
                  </a:cubicBezTo>
                  <a:cubicBezTo>
                    <a:pt x="521" y="3296"/>
                    <a:pt x="1" y="3845"/>
                    <a:pt x="74" y="4512"/>
                  </a:cubicBezTo>
                  <a:cubicBezTo>
                    <a:pt x="127" y="4508"/>
                    <a:pt x="179" y="4507"/>
                    <a:pt x="231" y="4507"/>
                  </a:cubicBezTo>
                  <a:cubicBezTo>
                    <a:pt x="465" y="4507"/>
                    <a:pt x="687" y="4542"/>
                    <a:pt x="901" y="4610"/>
                  </a:cubicBezTo>
                  <a:cubicBezTo>
                    <a:pt x="2184" y="3121"/>
                    <a:pt x="3977" y="2377"/>
                    <a:pt x="5767" y="2377"/>
                  </a:cubicBezTo>
                  <a:cubicBezTo>
                    <a:pt x="7558" y="2377"/>
                    <a:pt x="9347" y="3121"/>
                    <a:pt x="10622" y="4610"/>
                  </a:cubicBezTo>
                  <a:cubicBezTo>
                    <a:pt x="10849" y="4542"/>
                    <a:pt x="11073" y="4507"/>
                    <a:pt x="11308" y="4507"/>
                  </a:cubicBezTo>
                  <a:cubicBezTo>
                    <a:pt x="11360" y="4507"/>
                    <a:pt x="11412" y="4508"/>
                    <a:pt x="11465" y="4512"/>
                  </a:cubicBezTo>
                  <a:cubicBezTo>
                    <a:pt x="11538" y="3845"/>
                    <a:pt x="11017" y="3296"/>
                    <a:pt x="10388" y="3296"/>
                  </a:cubicBezTo>
                  <a:cubicBezTo>
                    <a:pt x="10310" y="3296"/>
                    <a:pt x="10230" y="3305"/>
                    <a:pt x="10150" y="3322"/>
                  </a:cubicBezTo>
                  <a:cubicBezTo>
                    <a:pt x="10166" y="2932"/>
                    <a:pt x="9986" y="2608"/>
                    <a:pt x="9694" y="2398"/>
                  </a:cubicBezTo>
                  <a:lnTo>
                    <a:pt x="10509" y="1586"/>
                  </a:lnTo>
                  <a:cubicBezTo>
                    <a:pt x="10669" y="1422"/>
                    <a:pt x="10669" y="1161"/>
                    <a:pt x="10509" y="1001"/>
                  </a:cubicBezTo>
                  <a:cubicBezTo>
                    <a:pt x="10427" y="919"/>
                    <a:pt x="10321" y="878"/>
                    <a:pt x="10215" y="878"/>
                  </a:cubicBezTo>
                  <a:cubicBezTo>
                    <a:pt x="10109" y="878"/>
                    <a:pt x="10004" y="919"/>
                    <a:pt x="9924" y="1001"/>
                  </a:cubicBezTo>
                  <a:lnTo>
                    <a:pt x="8637" y="2284"/>
                  </a:lnTo>
                  <a:cubicBezTo>
                    <a:pt x="8637" y="2284"/>
                    <a:pt x="8621" y="2284"/>
                    <a:pt x="8605" y="2300"/>
                  </a:cubicBezTo>
                  <a:cubicBezTo>
                    <a:pt x="8590" y="2089"/>
                    <a:pt x="8508" y="1894"/>
                    <a:pt x="8379" y="1730"/>
                  </a:cubicBezTo>
                  <a:lnTo>
                    <a:pt x="9401" y="708"/>
                  </a:lnTo>
                  <a:cubicBezTo>
                    <a:pt x="9565" y="545"/>
                    <a:pt x="9565" y="283"/>
                    <a:pt x="9401" y="123"/>
                  </a:cubicBezTo>
                  <a:cubicBezTo>
                    <a:pt x="9321" y="41"/>
                    <a:pt x="9216" y="0"/>
                    <a:pt x="91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935;p70"/>
            <p:cNvSpPr/>
            <p:nvPr/>
          </p:nvSpPr>
          <p:spPr>
            <a:xfrm>
              <a:off x="2140275" y="3116250"/>
              <a:ext cx="40700" cy="66950"/>
            </a:xfrm>
            <a:custGeom>
              <a:avLst/>
              <a:gdLst/>
              <a:ahLst/>
              <a:cxnLst/>
              <a:rect l="l" t="t" r="r" b="b"/>
              <a:pathLst>
                <a:path w="1628" h="2678" extrusionOk="0">
                  <a:moveTo>
                    <a:pt x="1440" y="1"/>
                  </a:moveTo>
                  <a:cubicBezTo>
                    <a:pt x="657" y="1"/>
                    <a:pt x="0" y="647"/>
                    <a:pt x="0" y="1460"/>
                  </a:cubicBezTo>
                  <a:cubicBezTo>
                    <a:pt x="0" y="1964"/>
                    <a:pt x="277" y="2420"/>
                    <a:pt x="683" y="2677"/>
                  </a:cubicBezTo>
                  <a:cubicBezTo>
                    <a:pt x="796" y="1722"/>
                    <a:pt x="1120" y="809"/>
                    <a:pt x="1627" y="13"/>
                  </a:cubicBezTo>
                  <a:cubicBezTo>
                    <a:pt x="1564" y="5"/>
                    <a:pt x="1502" y="1"/>
                    <a:pt x="1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936;p70"/>
            <p:cNvSpPr/>
            <p:nvPr/>
          </p:nvSpPr>
          <p:spPr>
            <a:xfrm>
              <a:off x="2450700" y="3116250"/>
              <a:ext cx="40700" cy="66950"/>
            </a:xfrm>
            <a:custGeom>
              <a:avLst/>
              <a:gdLst/>
              <a:ahLst/>
              <a:cxnLst/>
              <a:rect l="l" t="t" r="r" b="b"/>
              <a:pathLst>
                <a:path w="1628" h="2678" extrusionOk="0">
                  <a:moveTo>
                    <a:pt x="191" y="1"/>
                  </a:moveTo>
                  <a:cubicBezTo>
                    <a:pt x="128" y="1"/>
                    <a:pt x="65" y="5"/>
                    <a:pt x="1" y="13"/>
                  </a:cubicBezTo>
                  <a:cubicBezTo>
                    <a:pt x="523" y="809"/>
                    <a:pt x="847" y="1722"/>
                    <a:pt x="960" y="2677"/>
                  </a:cubicBezTo>
                  <a:cubicBezTo>
                    <a:pt x="1366" y="2420"/>
                    <a:pt x="1627" y="1964"/>
                    <a:pt x="1627" y="1460"/>
                  </a:cubicBezTo>
                  <a:cubicBezTo>
                    <a:pt x="1627" y="647"/>
                    <a:pt x="984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937;p70"/>
            <p:cNvSpPr/>
            <p:nvPr/>
          </p:nvSpPr>
          <p:spPr>
            <a:xfrm>
              <a:off x="2176450" y="3062925"/>
              <a:ext cx="278775" cy="149150"/>
            </a:xfrm>
            <a:custGeom>
              <a:avLst/>
              <a:gdLst/>
              <a:ahLst/>
              <a:cxnLst/>
              <a:rect l="l" t="t" r="r" b="b"/>
              <a:pathLst>
                <a:path w="11151" h="5966" extrusionOk="0">
                  <a:moveTo>
                    <a:pt x="5575" y="2294"/>
                  </a:moveTo>
                  <a:cubicBezTo>
                    <a:pt x="5802" y="2294"/>
                    <a:pt x="5997" y="2489"/>
                    <a:pt x="5997" y="2716"/>
                  </a:cubicBezTo>
                  <a:lnTo>
                    <a:pt x="5997" y="2926"/>
                  </a:lnTo>
                  <a:cubicBezTo>
                    <a:pt x="5997" y="3153"/>
                    <a:pt x="5802" y="3332"/>
                    <a:pt x="5575" y="3332"/>
                  </a:cubicBezTo>
                  <a:cubicBezTo>
                    <a:pt x="5349" y="3332"/>
                    <a:pt x="5170" y="3153"/>
                    <a:pt x="5170" y="2926"/>
                  </a:cubicBezTo>
                  <a:lnTo>
                    <a:pt x="5170" y="2716"/>
                  </a:lnTo>
                  <a:cubicBezTo>
                    <a:pt x="5170" y="2489"/>
                    <a:pt x="5349" y="2294"/>
                    <a:pt x="5575" y="2294"/>
                  </a:cubicBezTo>
                  <a:close/>
                  <a:moveTo>
                    <a:pt x="3168" y="2957"/>
                  </a:moveTo>
                  <a:cubicBezTo>
                    <a:pt x="3399" y="2957"/>
                    <a:pt x="3574" y="3137"/>
                    <a:pt x="3574" y="3367"/>
                  </a:cubicBezTo>
                  <a:lnTo>
                    <a:pt x="3574" y="3593"/>
                  </a:lnTo>
                  <a:cubicBezTo>
                    <a:pt x="3574" y="3804"/>
                    <a:pt x="3399" y="3999"/>
                    <a:pt x="3168" y="3999"/>
                  </a:cubicBezTo>
                  <a:cubicBezTo>
                    <a:pt x="2942" y="3999"/>
                    <a:pt x="2763" y="3804"/>
                    <a:pt x="2763" y="3593"/>
                  </a:cubicBezTo>
                  <a:lnTo>
                    <a:pt x="2763" y="3367"/>
                  </a:lnTo>
                  <a:cubicBezTo>
                    <a:pt x="2763" y="3137"/>
                    <a:pt x="2942" y="2957"/>
                    <a:pt x="3168" y="2957"/>
                  </a:cubicBezTo>
                  <a:close/>
                  <a:moveTo>
                    <a:pt x="7998" y="2957"/>
                  </a:moveTo>
                  <a:cubicBezTo>
                    <a:pt x="8224" y="2957"/>
                    <a:pt x="8404" y="3137"/>
                    <a:pt x="8404" y="3367"/>
                  </a:cubicBezTo>
                  <a:lnTo>
                    <a:pt x="8404" y="3593"/>
                  </a:lnTo>
                  <a:cubicBezTo>
                    <a:pt x="8404" y="3804"/>
                    <a:pt x="8224" y="3999"/>
                    <a:pt x="7998" y="3999"/>
                  </a:cubicBezTo>
                  <a:cubicBezTo>
                    <a:pt x="7768" y="3999"/>
                    <a:pt x="7592" y="3804"/>
                    <a:pt x="7592" y="3593"/>
                  </a:cubicBezTo>
                  <a:lnTo>
                    <a:pt x="7592" y="3367"/>
                  </a:lnTo>
                  <a:cubicBezTo>
                    <a:pt x="7592" y="3137"/>
                    <a:pt x="7768" y="2957"/>
                    <a:pt x="7998" y="2957"/>
                  </a:cubicBezTo>
                  <a:close/>
                  <a:moveTo>
                    <a:pt x="5575" y="0"/>
                  </a:moveTo>
                  <a:cubicBezTo>
                    <a:pt x="2501" y="0"/>
                    <a:pt x="1" y="2505"/>
                    <a:pt x="1" y="5575"/>
                  </a:cubicBezTo>
                  <a:cubicBezTo>
                    <a:pt x="1" y="5805"/>
                    <a:pt x="180" y="5965"/>
                    <a:pt x="391" y="5965"/>
                  </a:cubicBezTo>
                  <a:lnTo>
                    <a:pt x="10760" y="5965"/>
                  </a:lnTo>
                  <a:cubicBezTo>
                    <a:pt x="10986" y="5965"/>
                    <a:pt x="11150" y="5805"/>
                    <a:pt x="11150" y="5575"/>
                  </a:cubicBezTo>
                  <a:cubicBezTo>
                    <a:pt x="11150" y="2505"/>
                    <a:pt x="8665" y="0"/>
                    <a:pt x="55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46;p70"/>
          <p:cNvSpPr/>
          <p:nvPr/>
        </p:nvSpPr>
        <p:spPr>
          <a:xfrm>
            <a:off x="8210088" y="41250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" name="Google Shape;1740;p67"/>
          <p:cNvGrpSpPr/>
          <p:nvPr/>
        </p:nvGrpSpPr>
        <p:grpSpPr>
          <a:xfrm rot="1458273">
            <a:off x="8351140" y="2372063"/>
            <a:ext cx="351136" cy="323685"/>
            <a:chOff x="2642925" y="2294725"/>
            <a:chExt cx="351125" cy="323675"/>
          </a:xfrm>
        </p:grpSpPr>
        <p:sp>
          <p:nvSpPr>
            <p:cNvPr id="21" name="Google Shape;1741;p67"/>
            <p:cNvSpPr/>
            <p:nvPr/>
          </p:nvSpPr>
          <p:spPr>
            <a:xfrm>
              <a:off x="2642925" y="2577325"/>
              <a:ext cx="351125" cy="41075"/>
            </a:xfrm>
            <a:custGeom>
              <a:avLst/>
              <a:gdLst/>
              <a:ahLst/>
              <a:cxnLst/>
              <a:rect l="l" t="t" r="r" b="b"/>
              <a:pathLst>
                <a:path w="14045" h="1643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237"/>
                  </a:lnTo>
                  <a:cubicBezTo>
                    <a:pt x="1" y="1464"/>
                    <a:pt x="196" y="1643"/>
                    <a:pt x="422" y="1643"/>
                  </a:cubicBezTo>
                  <a:lnTo>
                    <a:pt x="13639" y="1643"/>
                  </a:lnTo>
                  <a:cubicBezTo>
                    <a:pt x="13866" y="1643"/>
                    <a:pt x="14045" y="1464"/>
                    <a:pt x="14045" y="1237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42;p67"/>
            <p:cNvSpPr/>
            <p:nvPr/>
          </p:nvSpPr>
          <p:spPr>
            <a:xfrm>
              <a:off x="2752275" y="2294725"/>
              <a:ext cx="182100" cy="135700"/>
            </a:xfrm>
            <a:custGeom>
              <a:avLst/>
              <a:gdLst/>
              <a:ahLst/>
              <a:cxnLst/>
              <a:rect l="l" t="t" r="r" b="b"/>
              <a:pathLst>
                <a:path w="7284" h="5428" extrusionOk="0">
                  <a:moveTo>
                    <a:pt x="5722" y="0"/>
                  </a:moveTo>
                  <a:cubicBezTo>
                    <a:pt x="5616" y="0"/>
                    <a:pt x="5510" y="40"/>
                    <a:pt x="5430" y="120"/>
                  </a:cubicBezTo>
                  <a:lnTo>
                    <a:pt x="2567" y="2999"/>
                  </a:lnTo>
                  <a:lnTo>
                    <a:pt x="359" y="3518"/>
                  </a:lnTo>
                  <a:cubicBezTo>
                    <a:pt x="144" y="3584"/>
                    <a:pt x="0" y="3795"/>
                    <a:pt x="66" y="4021"/>
                  </a:cubicBezTo>
                  <a:cubicBezTo>
                    <a:pt x="113" y="4201"/>
                    <a:pt x="277" y="4329"/>
                    <a:pt x="456" y="4329"/>
                  </a:cubicBezTo>
                  <a:cubicBezTo>
                    <a:pt x="465" y="4329"/>
                    <a:pt x="472" y="4330"/>
                    <a:pt x="480" y="4330"/>
                  </a:cubicBezTo>
                  <a:cubicBezTo>
                    <a:pt x="529" y="4330"/>
                    <a:pt x="619" y="4315"/>
                    <a:pt x="1447" y="4103"/>
                  </a:cubicBezTo>
                  <a:lnTo>
                    <a:pt x="1447" y="4103"/>
                  </a:lnTo>
                  <a:lnTo>
                    <a:pt x="827" y="4739"/>
                  </a:lnTo>
                  <a:cubicBezTo>
                    <a:pt x="667" y="4883"/>
                    <a:pt x="667" y="5145"/>
                    <a:pt x="827" y="5305"/>
                  </a:cubicBezTo>
                  <a:cubicBezTo>
                    <a:pt x="909" y="5387"/>
                    <a:pt x="1015" y="5428"/>
                    <a:pt x="1121" y="5428"/>
                  </a:cubicBezTo>
                  <a:cubicBezTo>
                    <a:pt x="1227" y="5428"/>
                    <a:pt x="1332" y="5387"/>
                    <a:pt x="1412" y="5305"/>
                  </a:cubicBezTo>
                  <a:lnTo>
                    <a:pt x="2992" y="3744"/>
                  </a:lnTo>
                  <a:lnTo>
                    <a:pt x="6925" y="2788"/>
                  </a:lnTo>
                  <a:cubicBezTo>
                    <a:pt x="7135" y="2738"/>
                    <a:pt x="7283" y="2511"/>
                    <a:pt x="7217" y="2281"/>
                  </a:cubicBezTo>
                  <a:cubicBezTo>
                    <a:pt x="7173" y="2100"/>
                    <a:pt x="6999" y="1979"/>
                    <a:pt x="6817" y="1979"/>
                  </a:cubicBezTo>
                  <a:cubicBezTo>
                    <a:pt x="6788" y="1979"/>
                    <a:pt x="6759" y="1982"/>
                    <a:pt x="6729" y="1989"/>
                  </a:cubicBezTo>
                  <a:lnTo>
                    <a:pt x="4096" y="2625"/>
                  </a:lnTo>
                  <a:lnTo>
                    <a:pt x="6016" y="705"/>
                  </a:lnTo>
                  <a:cubicBezTo>
                    <a:pt x="6176" y="545"/>
                    <a:pt x="6176" y="284"/>
                    <a:pt x="6016" y="120"/>
                  </a:cubicBezTo>
                  <a:cubicBezTo>
                    <a:pt x="5934" y="40"/>
                    <a:pt x="5827" y="0"/>
                    <a:pt x="5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43;p67"/>
            <p:cNvSpPr/>
            <p:nvPr/>
          </p:nvSpPr>
          <p:spPr>
            <a:xfrm>
              <a:off x="2753425" y="2431825"/>
              <a:ext cx="130525" cy="124750"/>
            </a:xfrm>
            <a:custGeom>
              <a:avLst/>
              <a:gdLst/>
              <a:ahLst/>
              <a:cxnLst/>
              <a:rect l="l" t="t" r="r" b="b"/>
              <a:pathLst>
                <a:path w="5221" h="4990" extrusionOk="0">
                  <a:moveTo>
                    <a:pt x="2603" y="0"/>
                  </a:moveTo>
                  <a:cubicBezTo>
                    <a:pt x="2459" y="0"/>
                    <a:pt x="2310" y="98"/>
                    <a:pt x="2244" y="230"/>
                  </a:cubicBezTo>
                  <a:cubicBezTo>
                    <a:pt x="1905" y="913"/>
                    <a:pt x="1" y="1170"/>
                    <a:pt x="1" y="3039"/>
                  </a:cubicBezTo>
                  <a:cubicBezTo>
                    <a:pt x="1" y="3659"/>
                    <a:pt x="293" y="4178"/>
                    <a:pt x="832" y="4537"/>
                  </a:cubicBezTo>
                  <a:cubicBezTo>
                    <a:pt x="1288" y="4830"/>
                    <a:pt x="1905" y="4990"/>
                    <a:pt x="2603" y="4990"/>
                  </a:cubicBezTo>
                  <a:cubicBezTo>
                    <a:pt x="3301" y="4990"/>
                    <a:pt x="3921" y="4830"/>
                    <a:pt x="4390" y="4537"/>
                  </a:cubicBezTo>
                  <a:cubicBezTo>
                    <a:pt x="4928" y="4178"/>
                    <a:pt x="5221" y="3659"/>
                    <a:pt x="5221" y="3039"/>
                  </a:cubicBezTo>
                  <a:cubicBezTo>
                    <a:pt x="5221" y="1791"/>
                    <a:pt x="4343" y="1252"/>
                    <a:pt x="3726" y="862"/>
                  </a:cubicBezTo>
                  <a:cubicBezTo>
                    <a:pt x="3707" y="847"/>
                    <a:pt x="3691" y="831"/>
                    <a:pt x="3676" y="831"/>
                  </a:cubicBezTo>
                  <a:cubicBezTo>
                    <a:pt x="3886" y="1268"/>
                    <a:pt x="4081" y="1642"/>
                    <a:pt x="4081" y="2196"/>
                  </a:cubicBezTo>
                  <a:cubicBezTo>
                    <a:pt x="4081" y="2423"/>
                    <a:pt x="3902" y="2602"/>
                    <a:pt x="3676" y="2602"/>
                  </a:cubicBezTo>
                  <a:cubicBezTo>
                    <a:pt x="3449" y="2602"/>
                    <a:pt x="3270" y="2423"/>
                    <a:pt x="3270" y="2196"/>
                  </a:cubicBezTo>
                  <a:cubicBezTo>
                    <a:pt x="3270" y="1463"/>
                    <a:pt x="2603" y="991"/>
                    <a:pt x="2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44;p67"/>
            <p:cNvSpPr/>
            <p:nvPr/>
          </p:nvSpPr>
          <p:spPr>
            <a:xfrm>
              <a:off x="2657575" y="2431825"/>
              <a:ext cx="96375" cy="124900"/>
            </a:xfrm>
            <a:custGeom>
              <a:avLst/>
              <a:gdLst/>
              <a:ahLst/>
              <a:cxnLst/>
              <a:rect l="l" t="t" r="r" b="b"/>
              <a:pathLst>
                <a:path w="3855" h="4996" extrusionOk="0">
                  <a:moveTo>
                    <a:pt x="2602" y="0"/>
                  </a:moveTo>
                  <a:cubicBezTo>
                    <a:pt x="2602" y="991"/>
                    <a:pt x="1951" y="1463"/>
                    <a:pt x="1951" y="2196"/>
                  </a:cubicBezTo>
                  <a:cubicBezTo>
                    <a:pt x="1951" y="2423"/>
                    <a:pt x="1756" y="2602"/>
                    <a:pt x="1529" y="2602"/>
                  </a:cubicBezTo>
                  <a:cubicBezTo>
                    <a:pt x="1299" y="2602"/>
                    <a:pt x="1124" y="2423"/>
                    <a:pt x="1124" y="2196"/>
                  </a:cubicBezTo>
                  <a:cubicBezTo>
                    <a:pt x="1124" y="1642"/>
                    <a:pt x="1334" y="1252"/>
                    <a:pt x="1545" y="831"/>
                  </a:cubicBezTo>
                  <a:cubicBezTo>
                    <a:pt x="1529" y="831"/>
                    <a:pt x="1514" y="847"/>
                    <a:pt x="1494" y="862"/>
                  </a:cubicBezTo>
                  <a:cubicBezTo>
                    <a:pt x="862" y="1252"/>
                    <a:pt x="0" y="1791"/>
                    <a:pt x="0" y="3039"/>
                  </a:cubicBezTo>
                  <a:cubicBezTo>
                    <a:pt x="0" y="3659"/>
                    <a:pt x="293" y="4178"/>
                    <a:pt x="831" y="4537"/>
                  </a:cubicBezTo>
                  <a:cubicBezTo>
                    <a:pt x="1316" y="4854"/>
                    <a:pt x="1972" y="4996"/>
                    <a:pt x="2604" y="4996"/>
                  </a:cubicBezTo>
                  <a:cubicBezTo>
                    <a:pt x="3008" y="4996"/>
                    <a:pt x="3403" y="4938"/>
                    <a:pt x="3737" y="4830"/>
                  </a:cubicBezTo>
                  <a:cubicBezTo>
                    <a:pt x="3269" y="4358"/>
                    <a:pt x="3008" y="3722"/>
                    <a:pt x="3008" y="3039"/>
                  </a:cubicBezTo>
                  <a:cubicBezTo>
                    <a:pt x="3008" y="2243"/>
                    <a:pt x="3285" y="1529"/>
                    <a:pt x="3854" y="944"/>
                  </a:cubicBezTo>
                  <a:cubicBezTo>
                    <a:pt x="3511" y="718"/>
                    <a:pt x="3105" y="488"/>
                    <a:pt x="2977" y="230"/>
                  </a:cubicBezTo>
                  <a:cubicBezTo>
                    <a:pt x="2895" y="98"/>
                    <a:pt x="2762" y="0"/>
                    <a:pt x="2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45;p67"/>
            <p:cNvSpPr/>
            <p:nvPr/>
          </p:nvSpPr>
          <p:spPr>
            <a:xfrm>
              <a:off x="2883150" y="2431825"/>
              <a:ext cx="96675" cy="124900"/>
            </a:xfrm>
            <a:custGeom>
              <a:avLst/>
              <a:gdLst/>
              <a:ahLst/>
              <a:cxnLst/>
              <a:rect l="l" t="t" r="r" b="b"/>
              <a:pathLst>
                <a:path w="3867" h="4996" extrusionOk="0">
                  <a:moveTo>
                    <a:pt x="1268" y="0"/>
                  </a:moveTo>
                  <a:cubicBezTo>
                    <a:pt x="1104" y="0"/>
                    <a:pt x="956" y="98"/>
                    <a:pt x="894" y="230"/>
                  </a:cubicBezTo>
                  <a:cubicBezTo>
                    <a:pt x="761" y="488"/>
                    <a:pt x="355" y="718"/>
                    <a:pt x="0" y="944"/>
                  </a:cubicBezTo>
                  <a:cubicBezTo>
                    <a:pt x="566" y="1529"/>
                    <a:pt x="843" y="2243"/>
                    <a:pt x="843" y="3039"/>
                  </a:cubicBezTo>
                  <a:cubicBezTo>
                    <a:pt x="843" y="3722"/>
                    <a:pt x="586" y="4358"/>
                    <a:pt x="129" y="4830"/>
                  </a:cubicBezTo>
                  <a:cubicBezTo>
                    <a:pt x="459" y="4938"/>
                    <a:pt x="851" y="4996"/>
                    <a:pt x="1253" y="4996"/>
                  </a:cubicBezTo>
                  <a:cubicBezTo>
                    <a:pt x="1884" y="4996"/>
                    <a:pt x="2542" y="4854"/>
                    <a:pt x="3039" y="4537"/>
                  </a:cubicBezTo>
                  <a:cubicBezTo>
                    <a:pt x="3574" y="4178"/>
                    <a:pt x="3866" y="3659"/>
                    <a:pt x="3866" y="3039"/>
                  </a:cubicBezTo>
                  <a:cubicBezTo>
                    <a:pt x="3866" y="1791"/>
                    <a:pt x="3004" y="1252"/>
                    <a:pt x="2372" y="862"/>
                  </a:cubicBezTo>
                  <a:cubicBezTo>
                    <a:pt x="2357" y="847"/>
                    <a:pt x="2341" y="831"/>
                    <a:pt x="2322" y="831"/>
                  </a:cubicBezTo>
                  <a:cubicBezTo>
                    <a:pt x="2552" y="1268"/>
                    <a:pt x="2747" y="1642"/>
                    <a:pt x="2747" y="2196"/>
                  </a:cubicBezTo>
                  <a:cubicBezTo>
                    <a:pt x="2747" y="2423"/>
                    <a:pt x="2552" y="2602"/>
                    <a:pt x="2322" y="2602"/>
                  </a:cubicBezTo>
                  <a:cubicBezTo>
                    <a:pt x="2095" y="2602"/>
                    <a:pt x="1916" y="2423"/>
                    <a:pt x="1916" y="2196"/>
                  </a:cubicBezTo>
                  <a:cubicBezTo>
                    <a:pt x="1916" y="1463"/>
                    <a:pt x="1268" y="991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1932;p70"/>
          <p:cNvSpPr txBox="1">
            <a:spLocks/>
          </p:cNvSpPr>
          <p:nvPr/>
        </p:nvSpPr>
        <p:spPr>
          <a:xfrm flipH="1">
            <a:off x="3788149" y="593017"/>
            <a:ext cx="38520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sz="30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sz="4400" dirty="0"/>
              <a:t>Thank You</a:t>
            </a:r>
            <a:r>
              <a:rPr lang="en-US" sz="4400" dirty="0">
                <a:solidFill>
                  <a:schemeClr val="lt1"/>
                </a:solidFill>
              </a:rPr>
              <a:t>!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773" y="1412435"/>
            <a:ext cx="4743450" cy="3505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0859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st Food Restaurant Marketing Plan by Slidesgo">
  <a:themeElements>
    <a:clrScheme name="Simple Light">
      <a:dk1>
        <a:srgbClr val="FFFFFF"/>
      </a:dk1>
      <a:lt1>
        <a:srgbClr val="FFC300"/>
      </a:lt1>
      <a:dk2>
        <a:srgbClr val="212529"/>
      </a:dk2>
      <a:lt2>
        <a:srgbClr val="66666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6984</TotalTime>
  <Words>699</Words>
  <Application>Microsoft Office PowerPoint</Application>
  <PresentationFormat>On-screen Show (16:9)</PresentationFormat>
  <Paragraphs>101</Paragraphs>
  <Slides>34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Fira Sans</vt:lpstr>
      <vt:lpstr>Arial</vt:lpstr>
      <vt:lpstr>Lato</vt:lpstr>
      <vt:lpstr>Actor</vt:lpstr>
      <vt:lpstr>Roboto</vt:lpstr>
      <vt:lpstr>Anton</vt:lpstr>
      <vt:lpstr>Wingdings</vt:lpstr>
      <vt:lpstr>Fast Food Restaurant Marketing Plan by Slidesgo</vt:lpstr>
      <vt:lpstr>Food Preferences Survey Project</vt:lpstr>
      <vt:lpstr>Table of contents</vt:lpstr>
      <vt:lpstr>PHASE 1:  Survey Proposal</vt:lpstr>
      <vt:lpstr>Proposal Content</vt:lpstr>
      <vt:lpstr>Proposal Content</vt:lpstr>
      <vt:lpstr>Proposal Content</vt:lpstr>
      <vt:lpstr>PHASE 2:  Questionnaire</vt:lpstr>
      <vt:lpstr>Questionnaire Design</vt:lpstr>
      <vt:lpstr>PowerPoint Presentation</vt:lpstr>
      <vt:lpstr>PowerPoint Presentation</vt:lpstr>
      <vt:lpstr>PHASE 3:  Sampling &amp; Pretests</vt:lpstr>
      <vt:lpstr>PowerPoint Presentation</vt:lpstr>
      <vt:lpstr>FEEDBACK RESPONSES</vt:lpstr>
      <vt:lpstr>FEEDBACK RESPONSES</vt:lpstr>
      <vt:lpstr>FEEDBACK RESPONSES</vt:lpstr>
      <vt:lpstr>PowerPoint Presentation</vt:lpstr>
      <vt:lpstr>PowerPoint Presentation</vt:lpstr>
      <vt:lpstr>PowerPoint Presentation</vt:lpstr>
      <vt:lpstr>Data preproocessing  Steps</vt:lpstr>
      <vt:lpstr>Data preproocessing  Steps</vt:lpstr>
      <vt:lpstr>Data preproocessing  Steps</vt:lpstr>
      <vt:lpstr>PowerPoint Presentation</vt:lpstr>
      <vt:lpstr>Part 1:  Expectation vs Real</vt:lpstr>
      <vt:lpstr>Part 2:  Model Validation</vt:lpstr>
      <vt:lpstr>PowerPoint Presentation</vt:lpstr>
      <vt:lpstr>1st: Descriptive Statistics</vt:lpstr>
      <vt:lpstr>1st: Descriptive Statistics</vt:lpstr>
      <vt:lpstr>1st: Descriptive Statistics</vt:lpstr>
      <vt:lpstr>2nd : Correlation Analysis</vt:lpstr>
      <vt:lpstr>3rd : Data Visualization</vt:lpstr>
      <vt:lpstr>3rd : Data Visualization</vt:lpstr>
      <vt:lpstr>3rd : Data Visualization</vt:lpstr>
      <vt:lpstr>3rd : Data Visualization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 Food Restaurant Marketing Plan</dc:title>
  <dc:creator>Administrator</dc:creator>
  <cp:lastModifiedBy>Ahmed Salama Hassan Khamis</cp:lastModifiedBy>
  <cp:revision>86</cp:revision>
  <dcterms:modified xsi:type="dcterms:W3CDTF">2026-05-13T12:30:39Z</dcterms:modified>
</cp:coreProperties>
</file>